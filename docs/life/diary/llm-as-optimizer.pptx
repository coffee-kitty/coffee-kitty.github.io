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57" r:id="rId4"/>
    <p:sldId id="261" r:id="rId6"/>
    <p:sldId id="258" r:id="rId7"/>
    <p:sldId id="264" r:id="rId8"/>
    <p:sldId id="267" r:id="rId9"/>
    <p:sldId id="266" r:id="rId10"/>
    <p:sldId id="265" r:id="rId11"/>
    <p:sldId id="268" r:id="rId12"/>
    <p:sldId id="260" r:id="rId13"/>
    <p:sldId id="263" r:id="rId14"/>
    <p:sldId id="262" r:id="rId15"/>
    <p:sldId id="259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08"/>
    <p:restoredTop sz="96390"/>
  </p:normalViewPr>
  <p:slideViewPr>
    <p:cSldViewPr snapToGrid="0">
      <p:cViewPr>
        <p:scale>
          <a:sx n="109" d="100"/>
          <a:sy n="109" d="100"/>
        </p:scale>
        <p:origin x="86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349.000 1439.000 24575,'9.000'4.000'0,"0.000"-3.000"0,-1.000 7.000 0,1.000-7.000 0,0.000 7.000 0,0.000-3.000 0,0.000 0.000 0,0.000 3.000 0,0.000-3.000 0,0.000 4.000 0,4.000 0.000 0,1.000-1.000 0,-1.000 1.000 0,0.000-4.000 0,0.000 3.000 0,-3.000-3.000 0,17.000 5.000 0,-9.000-1.000 0,12.000-3.000 0,1.000 4.000 0,-14.000-9.000 0,16.000 3.000 0,-16.000-4.000 0,2.000 4.000 0,10.000-3.000 0,-11.000 8.000 0,21.000-8.000 0,-9.000 9.000 0,6.000-5.000 0,-8.000 1.000 0,-8.000-2.000 0,7.000 0.000 0,-5.000-3.000 0,8.000 8.000 0,-6.000-8.000 0,1.000 8.000 0,-3.000-7.000 0,7.000 7.000 0,-7.000-8.000 0,2.000 8.000 0,1.000-8.000 0,-3.000 4.000 0,7.000-1.000 0,-7.000-3.000 0,-3.000 3.000 0,10.000 1.000 0,-11.000-4.000 0,21.000 3.000 0,-15.000-4.000 0,6.000 0.000 0,0.000 0.000 0,-12.000 0.000 0,26.000 0.000 0,-18.000 0.000 0,19.000 0.000 0,7.000 0.000 0,-12.000 0.000 0,21.000 0.000 0,-30.000 0.000 0,10.000 0.000 0,-19.000 0.000 0,3.000 0.000 0,-1.000-4.000 0,-7.000 3.000 0,5.000-3.000 0,-12.000 4.000 0,3.000 0.000 0,-4.000 0.000 0,4.000 0.000 0,-4.000 0.000 0,8.000 4.000 0,-7.000-3.000 0,12.000 3.000 0,-10.000-4.000 0,6.000 0.000 0,-5.000 0.000 0,-4.000 0.000 0,8.000 0.000 0,-7.000 0.000 0,3.000 0.000 0,5.000 0.000 0,-7.000 0.000 0,22.000-4.000 0,-20.000 2.000 0,16.000-2.000 0,-15.000 0.000 0,1.000 3.000 0,-2.000-7.000 0,-4.000 7.000 0,0.000-7.000 0,0.000 7.000 0,-5.000-7.000 0,4.000 7.000 0,-7.000-7.000 0,-10.000 2.000 0,2.000-3.000 0,-16.000-1.000 0,13.000 5.000 0,-3.000-3.000 0,4.000 7.000 0,4.000-7.000 0,-7.000 3.000 0,10.000-4.000 0,-10.000 0.000 0,7.000 0.000 0,-4.000 0.000 0,0.000-4.000 0,4.000 3.000 0,-3.000 1.000 0,7.000 1.000 0,-3.000-7.000 0,4.000 4.000 0,-4.000-11.000 0,3.000 11.000 0,-3.000-2.000 0,4.000 4.000 0,0.000 0.000 0,0.000-4.000 0,0.000 3.000 0,0.000-3.000 0,0.000 0.000 0,-4.000-1.000 0,3.000 0.000 0,-3.000 1.000 0,4.000 4.000 0,0.000 0.000 0,-4.000 4.000 0,3.000-7.000 0,-7.000 2.000 0,7.000-4.000 0,-7.000-3.000 0,7.000 7.000 0,-7.000-3.000 0,7.000 4.000 0,-7.000 0.000 0,7.000 0.000 0,-3.000 8.000 0,4.000 11.000 0,0.000 1.000 0,0.000 16.000 0,0.000-15.000 0,0.000 10.000 0,0.000-12.000 0,0.000 6.000 0,4.000-10.000 0,-3.000 6.000 0,7.000-7.000 0,-4.000 8.000 0,5.000-3.000 0,0.000 7.000 0,0.000-7.000 0,0.000 3.000 0,5.000 5.000 0,-4.000-7.000 0,13.000 17.000 0,-11.000-11.000 0,13.000 8.000 0,0.000 5.000 0,-6.000-6.000 0,14.000 10.000 0,-16.000-17.000 0,2.000 1.000 0,-1.000-4.000 0,-8.000-4.000 0,7.000 3.000 0,-3.000-5.000 0,0.000-3.000 0,-1.000-1.000 0,0.000-4.000 0,2.000-4.000 0,20.000-13.000 0,-3.000 3.000 0,6.000-7.000 0,5.000-1.000 0,-11.000 8.000 0,37.000-20.000 0,-28.000 20.000 0,19.000-10.000 0,-15.000 7.000 0,-7.000 4.000 0,23.000-9.000 0,-21.000 3.000 0,11.000 1.000 0,1.000-5.000 0,-12.000 10.000 0,27.000-10.000 0,-27.000 10.000 0,5.000-4.000 0,-8.000 6.000 0,-14.000 1.000 0,16.000-6.000 0,-16.000 5.000 0,17.000-9.000 0,-17.000 8.000 0,14.000-9.000 0,-6.000-5.000 0,1.000-6.000 0,7.000-38.000 0,-18.000 18.000 0,-7.000-5.000 0,-3.000-3.000 0,-4.000-4.000 0,-3.000 9.000 0,-2.000 1.000 0,-2.000-4.000 0,-6.000-11.000 0,-13.000-9.000 0,-2.000 26.000 0,-21.000-31.000 0,12.000 46.000 0,-2.000-7.000 0,7.000 20.000 0,-4.000-1.000 0,-1.000 2.000 0,-8.000-4.000 0,-30.000-11.000 0,7.000 9.000 0,-6.000-1.000 0,-3.000 1.000 0,-16.000 1.000 0,17.000 8.000 0,1.000 1.000 0,-10.000 5.000 0,17.000 10.000 0,-1.000 0.000 0,-31.000-10.000 0,38.000 13.000 0,0.000 0.000 0,-41.000-6.000 0,19.000 7.000-3392,6.000 0.000 0,0.000 0.000 3392,-9.000 0.000 0,20.000 0.000 0,0.000 0.000 0,-9.000 0.000 0,12.000 0.000 0,-1.000 0.000 0,-35.000 0.000 0,15.000 0.000 0,0.000 0.000 0,-4.000 0.000 0,27.000 0.000 0,2.000 0.000 0,-22.000 0.000 0,13.000 0.000 0,-4.000 0.000 0,6.000 0.000 0,-2.000 0.000 0,-18.000 2.000 0,-1.000 2.000 0,19.000 1.000 0,4.000 3.000 0,-25.000 6.000 0,8.000 9.000 6784,41.000-6.000-6784,-16.000 6.000 0,5.000 10.000 0,5.000-6.000 0,-28.000 18.000 0,27.000-12.000 0,-5.000 2.000 0,-2.000 12.000 0,22.000-15.000 0,-26.000 31.000 0,26.000-23.000 0,-3.000 12.000 0,6.000-1.000 0,10.000-18.000 0,-4.000 27.000 0,11.000-36.000 0,1.000 29.000 0,5.000-28.000 0,0.000 28.000 0,0.000-22.000 0,5.000 7.000 0,6.000 6.000 0,1.000-13.000 0,4.000 14.000 0,1.000 0.000 0,-4.000-7.000 0,9.000 23.000 0,-10.000-28.000 0,5.000 17.000 0,4.000-11.000 0,-1.000-1.000 0,33.000 27.000 0,-13.000-14.000 0,18.000 9.000 0,11.000 9.000 0,-14.000-22.000 0,-11.000-11.000 0,-3.000-1.000 0,-2.000-4.000 0,0.000-2.000 0,-31.000-21.000 0,1.000-7.000 0,0.000 7.000 0,0.000-7.000 0,0.000 7.000 0,4.000-3.000 0,10.000 5.000 0,-1.000-5.000 0,5.000 3.000 0,-12.000-7.000 0,-2.000 3.000 0,-4.000-4.000 0,0.000 0.000 0,0.000-4.000 0,0.000-1.000 0,0.000-4.000 0,-4.000 4.000 0,-2.000 1.000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0.000 367.000 24575,'9.000'0.000'0,"12.000"0.000"0,-4.000 0.000 0,17.000 0.000 0,60.000 0.000 0,-40.000 0.000 0,5.000 0.000 0,27.000 0.000 0,5.000 0.000 0,-10.000 0.000 0,0.000 0.000 0,0.000 0.000 0,-3.000 0.000 0,-23.000 0.000 0,-3.000 0.000 0,7.000 0.000 0,-7.000 0.000 0,-9.000 0.000 0,3.000 0.000 0,-24.000 0.000 0,-11.000 0.000 0,2.000 4.000 0,-13.000-3.000 0,-20.000 16.000 0,2.000-8.000 0,-52.000 29.000 0,16.000-14.000 0,-37.000 17.000 0,37.000-20.000 0,1.000 1.000 0,-21.000 9.000 0,14.000-5.000 0,0.000 1.000 0,-8.000 12.000 0,-1.000-1.000 0,30.000-11.000 0,25.000-27.000 0,10.000-23.000 0,10.000-17.000 0,8.000-48.000 0,1.000 17.000 0,-4.000 23.000 0,-1.000-3.000 0,1.000 1.000 0,-1.000 2.000 0,6.000-23.000 0,-3.000 18.000 0,-1.000 3.000 0,-3.000 7.000 0,6.000-13.000 0,-14.000 40.000 0,3.000-3.000 0,0.000 14.000 0,-3.000 5.000 0,13.000 27.000 0,5.000 15.000 0,15.000 17.000 0,2.000 5.000 0,2.000 3.000 0,8.000 16.000-209,-3.000 1.000 0,-3.000-1.000 209,-8.000-10.000 0,-6.000-19.000 0,-2.000-4.000 0,-7.000-14.000 0,9.000 6.000 0,-25.000-32.000 0,8.000 4.000 0,-8.000-5.000 418,3.000-8.000-418,-14.000-7.000 0,-28.000-36.000 0,11.000 19.000 0,-37.000-34.000 0,1.000 23.000 0,-14.000-14.000 0,3.000 7.000 0,-1.000 0.000 0,35.000 21.000 0,-20.000-3.000 0,6.000 0.000 0,6.000 8.000 0,-10.000-7.000 0,32.000 16.000 0,-5.000 1.000 0,20.000 5.000 0,2.000 0.000 0,5.000 0.000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2.000 1126.000 24575,'26.000'20.000'0,"11.000"11.000"0,1.000-10.000 0,16.000 10.000 0,-16.000-17.000 0,7.000 3.000 0,46.000 7.000 0,-9.000-8.000 0,-28.000-3.000 0,-1.000-1.000 0,16.000-5.000 0,-9.000-1.000 0,-13.000-6.000 0,31.000 0.000 0,-21.000 0.000 0,13.000 0.000 0,16.000 0.000 0,-24.000 0.000 0,-6.000-3.000 0,-1.000 0.000 0,-4.000 2.000 0,17.000-5.000 0,-23.000 1.000 0,-7.000 4.000 0,23.000-4.000 0,-22.000 0.000 0,13.000 4.000 0,-7.000-10.000 0,-7.000 10.000 0,10.000-9.000 0,-12.000 3.000 0,12.000-4.000 0,-10.000-1.000 0,0.000 1.000 0,-10.000-1.000 0,9.000-3.000 0,-3.000-2.000 0,5.000 0.000 0,-9.000 2.000 0,7.000-7.000 0,-13.000 5.000 0,17.000-14.000 0,-19.000 13.000 0,-2.000-6.000 0,-1.000 4.000 0,-8.000 3.000 0,8.000-16.000 0,-9.000 21.000 0,10.000-17.000 0,-5.000 4.000 0,1.000 7.000 0,3.000-19.000 0,0.000 6.000 0,-7.000-27.000 0,1.000 3.000 0,-13.000-10.000 0,0.000-12.000 0,-6.000 17.000 0,-18.000-15.000 0,-9.000-2.000 0,-14.000 3.000 0,12.000 11.000 0,-3.000 5.000 0,-9.000 9.000 0,22.000 23.000 0,-15.000-8.000 0,17.000 22.000 0,-7.000-8.000 0,-10.000 4.000 0,-2.000 9.000 0,-8.000-2.000 0,12.000 9.000 0,3.000 0.000 0,-3.000 0.000 0,-16.000 0.000 0,4.000 0.000 0,-33.000 0.000 0,45.000 0.000 0,-44.000 0.000 0,49.000 0.000 0,-19.000 0.000 0,1.000 0.000 0,11.000 0.000 0,-12.000 0.000 0,-9.000 5.000 0,9.000 0.000 0,-11.000 6.000 0,8.000 5.000 0,17.000-3.000 0,-23.000 9.000 0,28.000-9.000 0,-11.000 3.000 0,3.000 0.000 0,6.000 0.000 0,-8.000 1.000 0,12.000-7.000 0,10.000 0.000 0,-9.000 0.000 0,-3.000 2.000 0,1.000 3.000 0,1.000-5.000 0,6.000 4.000 0,-3.000 4.000 0,-17.000 20.000 0,4.000-3.000 0,0.000 6.000 0,-24.000 24.000 0,17.000-17.000 0,-13.000 13.000 0,26.000-16.000 0,14.000-6.000 0,9.000-8.000 0,-4.000 15.000 0,5.000-22.000 0,5.000 6.000 0,2.000 0.000 0,4.000-7.000 0,0.000 16.000 0,0.000-15.000 0,4.000 15.000 0,1.000-21.000 0,6.000 11.000 0,2.000-10.000 0,-2.000-2.000 0,7.000 1.000 0,-8.000-9.000 0,2.000 0.000 0,-3.000-4.000 0,0.000-1.000 0,-4.000-4.000 0,-1.000 0.000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1.000 1554.000 24575,'25.000'15.000'0,"6.000"4.000"0,-1.000-7.000 0,4.000 7.000 0,-12.000-8.000 0,9.000 4.000 0,23.000 2.000 0,20.000-9.000 0,3.000 2.000 0,0.000-4.000 0,-23.000-4.000 0,-1.000 4.000 0,1.000 0.000 0,42.000 2.000 0,-12.000-1.000 0,-26.000 0.000 0,4.000 0.000 0,21.000-2.000 0,0.000 0.000-920,-21.000 3.000 1,3.000 1.000 919,17.000 0.000 0,12.000 0.000 0,-7.000 0.000 0,0.000 2.000 0,-1.000-1.000 0,-9.000 0.000 0,5.000-1.000 0,1.000 1.000 0,3.000 0.000 0,2.000 0.000 0,-6.000-1.000 0,6.000 2.000 0,1.000 0.000-262,-4.000-1.000 0,5.000-1.000 0,-12.000-1.000 262,-20.000-2.000 0,-6.000-2.000 0,7.000 0.000 0,-6.000-1.000 0,0.000-3.000 0,-8.000 0.000 0,2.000 0.000 1762,-6.000 0.000-1762,-4.000 0.000 863,-7.000 0.000-863,-7.000-5.000 0,11.000-5.000 0,-12.000-1.000 0,-2.000-8.000 0,9.000-2.000 0,-10.000-1.000 0,35.000-23.000 0,-18.000 10.000 0,29.000-20.000 0,-31.000 22.000 0,6.000-8.000 0,-8.000 2.000 0,-11.000 1.000 0,9.000-10.000 0,-18.000 18.000 0,-1.000-7.000 0,-7.000-1.000 0,-4.000-1.000 0,0.000-22.000 0,0.000 21.000 0,0.000-11.000 0,-10.000-1.000 0,2.000 12.000 0,-14.000-15.000 0,11.000 31.000 0,-4.000 0.000 0,2.000 11.000 0,3.000-2.000 0,-18.000-5.000 0,14.000-1.000 0,-16.000 0.000 0,5.000-9.000 0,5.000 0.000 0,-19.000-18.000 0,18.000 10.000 0,-11.000-1.000 0,-8.000-27.000 0,8.000 13.000 0,-9.000-19.000 0,8.000 17.000 0,10.000 25.000 0,-3.000 0.000 0,-4.000 4.000 0,7.000 9.000 0,-24.000-18.000 0,16.000 20.000 0,-14.000-17.000 0,-1.000 14.000 0,8.000-1.000 0,-8.000 4.000 0,-5.000-1.000 0,-25.000-9.000 0,17.000 6.000 0,-4.000-1.000 0,-9.000-1.000 0,2.000 2.000-274,16.000 5.000 1,-2.000 0.000 273,-32.000-6.000 0,1.000 3.000 0,-9.000 6.000 0,38.000 1.000 0,-2.000-1.000 0,0.000 3.000 0,2.000 1.000 0,-28.000-4.000 0,19.000 3.000 0,1.000 2.000 0,-3.000 6.000 0,0.000 0.000 0,1.000 0.000 0,26.000 0.000 547,-27.000 0.000-547,31.000 0.000 0,-23.000 6.000 0,21.000-5.000 0,-5.000 9.000 0,1.000 1.000 0,19.000 1.000 0,-16.000 3.000 0,10.000 4.000 0,0.000-3.000 0,-1.000 5.000 0,-2.000 7.000 0,11.000-9.000 0,-14.000 12.000 0,-2.000 1.000 0,1.000-6.000 0,-20.000 30.000 0,-1.000-1.000 0,2.000 13.000 0,11.000-17.000 0,10.000 2.000 0,27.000-28.000 0,-11.000 11.000 0,14.000 8.000 0,0.000-11.000 0,1.000 28.000 0,5.000-30.000 0,0.000 13.000 0,5.000 9.000 0,2.000-12.000 0,6.000 35.000 0,-1.000-37.000 0,-1.000 29.000 0,-4.000-28.000 0,3.000 43.000 0,-8.000-31.000 0,8.000 33.000 0,-2.000-29.000 0,4.000-3.000 0,1.000 15.000 0,-1.000-27.000 0,0.000 21.000 0,-1.000-32.000 0,-6.000 0.000 0,9.000-5.000 0,-12.000-3.000 0,10.000 2.000 0,-7.000-9.000 0,0.000-2.000 0,3.000-8.000 0,-7.000 2.000 0,3.000-6.000 0,-4.000 3.000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34.000 329.000 24575,'9.000'0.000'0,"5.000"-5.000"0,9.000 4.000 0,15.000-4.000 0,17.000 5.000 0,-6.000-6.000 0,2.000-1.000 0,31.000 4.000 0,-28.000-4.000 0,0.000 0.000 0,35.000 1.000 0,-28.000 5.000 0,16.000-5.000 0,-51.000 6.000 0,4.000 0.000 0,-21.000 0.000 0,-8.000 0.000 0,-2.000 4.000 0,-18.000 5.000 0,2.000 2.000 0,-17.000 8.000 0,-12.000 9.000 0,6.000 0.000 0,-4.000 1.000 0,20.000-6.000 0,9.000-13.000 0,-4.000 4.000 0,4.000 4.000 0,-6.000-5.000 0,-2.000 13.000 0,7.000-19.000 0,-5.000 9.000 0,15.000-11.000 0,-6.000 0.000 0,11.000-5.000 0,-8.000-10.000 0,-3.000-44.000 0,5.000 0.000 0,-4.000-17.000 0,11.000 19.000 0,6.000 0.000 0,-5.000 12.000 0,15.000-28.000 0,-14.000 35.000 0,14.000-14.000 0,-15.000 30.000 0,7.000-1.000 0,-7.000 9.000 0,3.000 0.000 0,0.000 4.000 0,1.000 4.000 0,21.000 43.000 0,-6.000-3.000 0,24.000 34.000 0,-16.000-30.000 0,0.000-3.000 0,13.000 16.000 0,-9.000-14.000 0,-2.000-2.000 0,-5.000-9.000 0,6.000 6.000 0,-15.000-21.000 0,3.000 3.000 0,-5.000-5.000 0,-2.000 0.000 0,-1.000-5.000 0,-14.000-5.000 0,-23.000-18.000 0,5.000 10.000 0,-50.000-21.000 0,28.000 16.000 0,-36.000-10.000 0,-19.000 4.000 0,24.000 1.000 0,13.000 7.000 0,2.000 0.000 0,7.000-1.000 0,-15.000 2.000 0,22.000 2.000 0,18.000 3.000 0,-7.000-4.000 0,24.000 5.000 0,1.000 0.000 0,5.000 0.000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1.000 1.000 24575,'14.000'0.000'0,"24.000"5.000"0,-11.000-4.000 0,31.000 10.000 0,-8.000-5.000 0,3.000-2.000 0,-4.000 0.000 0,4.000 0.000-531,14.000-1.000 1,9.000 0.000 0,-6.000-1.000 530,0.000-2.000 0,-1.000 0.000 0,1.000 0.000 0,5.000 0.000 0,-8.000 0.000 193,-10.000 0.000 0,-3.000 0.000-193,11.000 0.000 0,-2.000 0.000 0,18.000 0.000 0,-22.000 0.000 0,-7.000 0.000 0,-30.000 0.000 1205,-9.000 0.000-1205,-5.000 0.000 0,1.000 0.000 0,4.000 0.000 0,-3.000 0.000 0,3.000 0.000 0,-8.000 0.000 0,-1.000 0.000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336.000 1.000 24575,'-15.000'25.000'0,"4.000"-9.000"0,-9.000 20.000 0,-2.000-6.000 0,4.000 0.000 0,-16.000 11.000 0,19.000-4.000 0,-14.000-6.000 0,2.000 6.000 0,9.000-19.000 0,-20.000 20.000 0,25.000-25.000 0,-16.000 11.000 0,10.000-6.000 0,2.000-6.000 0,7.000 6.000 0,16.000-13.000 0,25.000 14.000 0,1.000-10.000 0,22.000 18.000 0,-16.000-9.000 0,15.000 7.000 0,17.000 12.000 0,-11.000-7.000 0,-12.000-6.000 0,-1.000 1.000 0,4.000 3.000 0,9.000 2.000 0,-27.000-14.000 0,-13.000-10.000 0,-7.000-2.000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3: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1.000 0.000 24575,'4.000'14.000'0,"12.000"18.000"0,-3.000-7.000 0,13.000 18.000 0,13.000-9.000 0,-11.000-3.000 0,40.000 15.000 0,-35.000-20.000 0,14.000 4.000 0,-10.000-4.000 0,-14.000-13.000 0,17.000 11.000 0,-22.000-13.000 0,5.000 3.000 0,-6.000-5.000 0,-6.000 0.000 0,6.000-4.000 0,-12.000 3.000 0,-20.000 7.000 0,1.000-3.000 0,-32.000 18.000 0,21.000-12.000 0,-28.000 14.000 0,28.000-15.000 0,-12.000 8.000 0,7.000-8.000 0,11.000 3.000 0,-14.000 1.000 0,21.000-6.000 0,-7.000 4.000 0,9.000-13.000 0,1.000 11.000 0,0.000-11.000 0,4.000 3.000 0,1.000-5.000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4: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1.000 0.000 24575,'0.000'0.000'0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147480000" min="-2147480000" units="cm"/>
          <inkml:channel name="Y" type="integer" max="2147480000" min="-2147480000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21T09:04: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0.000 0.000 24575,'0.000'0.000'0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6-01-22T11:46:4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2721.641 2473.918 767,'6.422'0.000'0,"-0.084"0.000"0,0.534 0.000-6,2.208 0.000 5,-0.231 0.000-1,1.223 0.000 0,-0.771 0.000 1,3.527 0.000 0,8.085-1.325 0,-5.885 0.260-3,2.275-0.184 0,-11.280 0.821 3,18.424-1.196-4,2.301-0.034-2,-2.775 0.262 1,0.675 0.057 0,17.486-0.672-3,-1.103 0.290 1,-3.727 0.313 7,-3.733 0.304-7,-12.453 0.467 9,-2.544 0.124 1,4.035 0.007 7,-7.195 0.219-3,-0.256 0.079 10,-2.347 0.112-3,-4.127 0.070-10,-0.210 0.052 8,1.103 0.074-11,-2.445 0.023 8,-0.846 0.011-9,0.250-0.030 0,3.438-0.006 1,-0.535-0.054-2,-0.006-0.022 2,1.758-0.014 2,2.265-0.008-6,-2.389-0.002 4,-4.360 0.001-2,1.713-0.001 2,-1.217 0.001-2,3.455-0.001 4,-2.543 0.001-3,-1.414 0.000 0,-0.167 0.000 2,-0.427 0.000-2,0.602 0.000 5,1.071 0.000-5,-0.938 0.000 0,-0.337 0.000 7,0.261 0.000-7,1.857 0.000 3,-0.042 0.000-3,-2.126 0.000 0,0.814 0.000 2,3.262 0.000-3,0.189 0.000 2,0.757 0.000-2,-1.000 0.000 2,-3.906 0.000-1,1.955 0.000 4,1.600 0.000-5,0.883 0.000 5,-3.606 0.000-5,-1.373 0.000 2,3.918 0.000-2,0.743 0.000 1,-1.508 0.000 0,0.852 0.000 4,-3.719 0.000-4,0.606 0.000 3,1.991 0.000-3,-1.156 0.000 6,-0.247 0.000-7,2.018 0.000-1,-0.675 0.000 9,-1.112 0.000-9,-13.894 0.000 5,0.050 0.000 1,-2.051 0.000-4,0.723 0.000-1,-1.347 0.000 0,0.151 0.802-1,-2.167 1.215 1,1.512-0.334 2,1.529-0.308-1,-4.736 0.502-2,2.354-0.502 1,-0.573-0.062 0,-3.864 0.290-1,0.030-0.181 1,0.259-0.196 0,3.086-0.417 1,-0.574-0.108-1,-8.231 0.179 0,3.891-0.335 7,4.173-0.214-6,0.191-0.070 3,-3.096-0.023-4,3.943-0.109-1,-0.020-0.043 0,-6.520-0.043 8,-1.497 1.055-5,-0.625 0.998 4,4.711-0.189-6,-3.131 0.591 5,3.835-0.570-6,2.409-0.349 2,0.902-0.138-2,-3.868 0.301 11,3.952-0.560-9,3.140-0.411 1,0.317-0.111 0,-3.636 0.148 4,2.309-0.318-3,0.494-0.135 3,0.735-0.113-5,-1.812-0.083 4,2.290-0.097-3,-0.250-0.050-1,-1.542-0.054 3,2.255-0.012-3,-0.568-0.033 4,-2.849-0.042-5,0.032-0.005 6,1.037 0.017-5,1.875 0.052 0,-1.796 0.007 4,-0.788 0.035-6,0.270 0.018 6,1.424 0.010-4,-1.893 0.003 2,1.787-0.002-2,1.451-0.001 0,-1.748 0.000 0,-0.698-0.001 2,2.880-0.001-2,-3.153 0.000-1,3.168-0.001 6,-2.028 0.000-5,-3.368 0.000 0,2.528 0.000-2,0.134 0.000 4,2.219 0.000-2,-2.144 0.000 1,-0.437 0.000-1,-0.372 0.000 7,2.733 0.000-7,-0.940 0.000 0,-0.106 0.000 7,-0.069 0.000-7,1.577 0.000 0,-0.910 0.000 1,0.939 0.000 0,14.726-0.001 3,-2.002 0.001-4,3.503 0.000-2,2.411 0.000-1,1.994 0.000 0,-4.926 0.000 3,1.135 0.000-1,14.172 0.000-3,-2.240 0.000 1,-7.154 0.000 1,0.357 0.000 1,7.634 0.000-2,-1.787 0.325 0,0.736 0.556 0,-3.133 0.156 1,-0.229 0.194 5,5.995 0.622-2,-3.844-0.183-3,-0.963-0.024 1,6.997 0.548-1,-6.472-0.607 2,-3.573-0.347 8,-1.033-0.156-3,5.515 0.147-1,0.267-0.294 4,-7.250-0.407-6,-1.052-0.114 0,0.267-0.071 1,-0.987-0.109 0,-0.858-0.089-1,-0.726-0.070-4,1.170-0.064 15,-0.632-0.054-13,-4.148-0.003 0,-0.740-0.010 1,2.706 1.364 5,-2.462 0.245-5,-0.029 0.558 2,-1.042 0.120-2,0.681 0.184-1,1.870 0.614 0,1.337-0.098 5,-0.574-1.103 0,-0.484-0.761-6,1.280-0.582 2,-1.092-0.302-1,0.503-0.156-1,0.148-0.103 1,-2.246-0.027 3,1.517-0.051-4,0.756-0.002 6,-0.500 0.025-5,-1.189 0.060-1,-0.859 0.030 6,0.556 0.018-6,-1.641 0.034 7,0.436 0.002-6,0.271-0.014 0,-12.965-0.001 2,-0.391 0.000 1,-1.033 0.000-1,1.447 0.000-3,-0.811 0.537 0,-1.115 0.868 0,-1.874 0.382-1,1.214-0.187 0,0.602-0.188 0,-0.780-0.006 2,-3.635 0.394 1,0.115-0.138-3,3.242-0.514 2,0.112-0.108-1,-14.457 0.749-1,1.208-0.692 5,1.331-0.359-1,6.509-0.329-3,0.357-0.095 0,-7.190-0.035-3,-0.559-0.128 0,8.707-0.093 11,-0.173-0.028-5,-9.682-0.044-1,-1.537-0.039-2,7.120 0.006 3,0.445-0.006-3,-8.074-0.028 0,-0.062 0.003 2,10.462 0.035-1,0.474 0.003 0,-10.105-0.017 2,-0.025 0.011-1,5.151 0.016 2,2.901 0.009-1,0.622 0.004-1,2.753 0.005-1,0.509 0.003 0,-4.577 0.001 3,2.143 0.004-1,0.209 0.002 0,1.860 0.002 0,-0.092 0.001 1,-4.650-0.847-3,2.615-0.325 0,0.857-0.280 0,-5.065-0.943 2,4.253 0.461 0,2.627 0.302-5,1.018 0.104 5,-3.813-0.385 5,4.107 0.584-4,2.033 0.324-2,0.498 0.154 1,-3.606-0.067 4,2.947 0.349-5,1.755 0.182 4,0.731 0.097-5,-3.828-0.033 0,4.033 0.223 1,-1.992 0.071 6,-0.027 0.070-7,1.061 0.041 1,-3.213 0.122 3,4.098 0.049-5,12.772-0.084 4,0.688-0.184 1,1.418 0.012-3,1.160 0.002-2,-2.380 0.001 1,1.153 0.000-1,4.165 0.000-1,1.719 0.000 2,-3.922 0.000 0,0.242 0.000-1,-1.174 0.000-1,0.509 0.000 2,4.137 0.000 0,0.502 0.000 0,0.251 0.000 0,14.823 1.325-3,-3.214 0.475 1,1.662 0.304 0,2.440 0.332 5,2.762-0.116-12,-26.569-1.866 9,21.974 1.196-7,8.402 0.105 4,-7.777-0.560 15,-0.786-0.205-16,5.561-0.053 1,-2.197-0.262 2,-7.893-0.274 2,-2.207-0.118 5,2.719-0.081 0,-3.558-0.112-2,-6.643-0.068 1,2.532-0.052-1,-4.600-0.016 5,-1.451-0.013 5,-1.096-0.007-14,-0.791-0.002 0,-2.787 0.018-1,6.558-0.056 8,-3.861 0.043-7,-0.015 0.011 5,-0.660 0.011-6,2.906-0.002 0,-2.189 0.024 2,2.925 0.003 3,-2.885 0.010-4,0.227 0.003 0,1.866 0.002-1,-2.895 0.001 1,-1.360 0.343 0,-0.177 0.587 0,3.802 1.466 0,-3.535-0.439 8,-0.206 0.067-8,-0.460-0.048 0,2.905 0.752 3,-3.177-1.165-3,4.690 0.687 2,-2.271-1.008-1,-0.829-0.350-1,-1.169-0.291 3,2.574-0.029-4,-2.485-0.620 4,-13.377-0.380 7,-0.841 0.426-11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6-01-22T11:46:48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9441.641 2492.918 767,'7.379'0.000'-2,"1.303"0.000"-1,-2.459 0.896 4,5.130 0.875-5,2.003 0.032 1,3.139 0.331 0,-1.648-0.014-2,15.692 2.223-2,-5.173-0.741 1,8.238 0.777-4,0.138-0.401 7,-13.868-1.789-2,-0.328-0.213 0,12.201 0.707 3,-1.469-0.588 8,-9.969-0.888-5,-0.728-0.238 1,8.563-0.020-2,-6.036-0.412 6,-0.885-0.184-3,-1.183-0.147-4,-0.938 0.734 3,3.725 0.981-2,-6.072-0.168 0,-1.862 0.071 1,1.881 0.400 3,-4.005-0.572-2,-2.411-0.335-1,-0.983-0.144 6,-1.651-0.277-5,-0.449-0.110-1,1.456 0.071 0,-1.102-0.176-2,0.641-0.049 5,-1.896-0.229-4,1.708-0.074 5,-1.975-0.719-6,0.317 0.235 1,0.059 0.166 10,0.106-1.213-12,2.688-2.661-1,0.805 0.788 1,6.223-0.380-1,-3.095 1.651 0,3.698 0.144-2,-1.696 0.600 3,2.752-1.229 3,0.755-0.542-4,-6.054 0.782 1,-0.784 0.023 1,-1.715 0.356-2,-0.031 0.096 2,2.857-0.316 3,-0.135 0.238-2,2.117-0.027 6,-4.149 0.574-4,2.023 0.069-6,-3.455 0.398 8,0.672 0.099-5,-1.814 0.206 9,-2.096 0.162-9,4.317 0.074 6,-1.067 0.234-5,-1.887 0.174 0,-14.335 0.003 2,-1.432-0.312 0,-4.520 0.000-4,3.710 0.000 0,-4.951 0.000-2,-2.049 0.000 0,3.419 0.000 1,-0.590 0.000 1,-3.139 0.000-2,-1.414 0.000 2,2.866 0.000 0,-1.347 0.000 1,-0.863 0.000 0,-0.461 0.000-1,-0.386 0.000-1,-0.316 0.000 1,-14.260 0.000 0,13.406 0.000 0,0.811 0.000-3,-11.831 0.000 4,5.870 0.000 1,-7.189 0.000 4,6.428 0.000 1,-5.599 0.000-5,6.952 0.000 2,6.883 0.000-6,1.196 0.000 2,-7.983 0.000 1,5.934 0.000 4,1.271 0.000-1,1.255 0.000 1,-2.675 0.000 7,3.115 0.000-8,-4.417 0.000-2,-0.466 0.000 3,3.802 0.000-4,-4.313 0.000-2,1.246 0.000 2,0.860 0.000 3,4.799 0.000-4,3.877 0.000 2,0.448 0.000 0,-4.281 0.000 5,0.687 0.000-5,3.360 0.000 5,-2.038 0.000-6,2.851 0.000 5,0.834 0.000-4,-2.114 0.000 2,2.261-1.325-3,0.670-0.750 0,-1.269-1.213 7,0.311-1.248-7,2.218-0.363 0,12.116 3.038 10,0.545 1.860-11,-0.457 0.001 0,0.260 0.325 0,1.244 0.556-1,6.182 1.161 0,3.327 0.352-1,-4.608-0.694 2,0.422-0.043 0,8.212 0.521-3,-2.691-0.615 4,-1.848-0.349-2,0.111-0.159 0,7.756 0.131 2,-4.365-0.424 0,0.369-0.169-1,0.137-0.148-1,5.238-0.087 6,-5.709-0.169-2,-0.393-0.078-3,-0.372-0.061 0,-5.468-0.038 0,-0.496-0.020 3,10.023-0.051 5,-9.674-0.223-6,0.099-0.425-1,14.617-1.708 4,-9.853 0.477-3,-1.020-0.067-1,-1.591 0.047-1,1.183-0.293 0,-8.095 1.006 9,-0.749 0.115-10,3.748-0.420 3,-3.668 0.470 1,-1.699 0.222 15,2.898-0.286-16,-3.826 0.564 16,0.905 0.473-18,1.396 0.345 3,-2.225-0.073-3,1.210-0.050 0,0.023-0.038 3,1.334-0.033-3,-2.316-0.026 3,1.485-0.011-2,-1.676-0.015 0,-13.955-0.011 6,-2.212 0.018-7,-0.814-0.567-1,1.428-0.916 3,-7.576-1.122-4,-5.211-0.247-1,7.769 1.327 2,-2.989 0.065-2,-27.429-0.724-4,13.963 0.750 2,-3.369-0.297 1,-30.066-1.674-7,-2.876-0.082-1,25.310 1.468 5,0.030 0.111-1,-7.368-0.473 0,-0.604-0.373 3,-22.546-1.547 1,-1.063 0.082 9,1.965 0.363 2,56.912 3.105-6,-40.076-1.909-3,-7.269-0.089 10,16.838 0.915-2,5.348 0.347-4,-0.965 0.124 8,7.293 0.387 1,8.688 0.370-7,7.373 0.279 21,5.950 0.199 16,4.578 0.134-39,13.379 0.919 0,-0.850-0.791-36,1.175-0.146 31,1.178 0.003 0,-2.118 0.004 67,1.330 0.000-64,4.565 0.000-1,-2.922 0.002 2,-0.524 0.000 2,-2.842 0.344-2,-0.017 0.587-1,4.855 1.226 1,0.638 0.371 5,-3.345-0.733-5,0.140-0.046 0,3.181 0.550-3,6.747 0.081 1,0.373-0.787 4,-2.592-0.532 1,5.428-0.051-6,-2.991-0.378-1,1.380 0.268 0,1.364 0.573 4,7.989 0.897 1,-7.652-0.630-2,1.394-0.003-2,15.733 0.612-3,5.039-0.257 5,-34.841-1.685 2,19.434 0.946-4,1.000 0.322-1,23.704 1.692-2,-1.257 0.122 1,-17.477-1.134 3,-2.363-0.150 1,2.494 0.064-1,6.495 0.121-4,-14.081-1.285 7,-1.972-0.808 17,1.305-0.761-6,2.116-0.976-5,-7.917 0.005-7,-4.514 0.077 3,-2.043-0.028 0,1.793-0.536 7,-3.280 0.077 2,-3.697 0.281-10,0.381-0.552 19,-2.606 0.610-20,1.426 1.143 5,-0.292 0.559-8,-0.296-0.088 1,0.032-1.243 2,4.560-2.645-3,-3.026 1.357 3,2.030-0.347-2,-2.299 0.761 1,0.472 0.304-1,1.303 0.004 1,-1.270 0.441 0,1.124 0.297 5,-2.949 0.559-5,-1.050 0.192 6,3.424 0.131-6,-1.700 0.214 3,-0.953 0.054-3,-0.301 0.033 0,2.264-0.097 8,-0.714-0.122-9,3.789 0.001-2,-3.530 0.001 2,-2.324 0.000 3,0.266 0.000-3,2.683 0.000 0,-1.487 0.000 0,-0.844 0.000 1,0.055 0.000 4,4.377 0.000-5,-2.254 0.000 7,-2.174 0.000-5,-0.726 0.000 7,1.295-0.002-8,-1.121 0.004 1,-15.586 4.068 2,-0.084-0.297-5,-0.504-0.648 0,2.479-1.561 0,-2.023-0.192 1,-8.051 0.028 1,2.442-0.226-1,-3.245 0.445-2,0.597-0.029 0,-1.846 0.116 0,-25.221 1.264-5,3.509-0.682-1,-13.356 0.306-3,-0.636-0.361 7,22.953-1.035 1,1.018-0.143 0,-17.769 0.313-6,2.891-0.350 5,10.862-0.395 18,-4.435-0.103-7,4.423-0.204 6,10.552-0.161-4,8.254-0.082-6,2.047-0.036 5,-5.548-0.057-7,3.281 0.079 13,4.331 0.183 9,3.713 0.231-20,-0.358 1.178 1,9.025 5.334 0,5.924-1.722-1,0.087-3.544 2,2.470-0.800-1,2.285-0.638 0,-4.578-0.227-3,4.628-0.036-1,1.154-0.039 0,-3.828 0.000 0,1.497-0.006 0,11.659-0.029-4,-3.083 0.010 5,7.218-0.010-4,-4.274 0.015 1,-1.970 0.009 0,0.801 0.004 2,11.019-0.005 2,2.033 0.008-4,-13.104 0.014 5,0.030 0.002-4,13.266-0.002-3,-6.452 0.006 7,-0.683 0.003-2,-1.265 0.002 0,4.286 0.002 0,-7.064 0.001 7,-3.900 0.000-7,-1.189 0.000 1,4.181 0.001 2,-2.111 0.000 7,-4.123 0.000-7,-2.390 0.000 0,-0.202 0.000 8,-4.272-0.001-10,-0.392 0.000 1,0.345 0.000 10,0.575 0.000-14,2.003 0.000 2,-2.313 0.000 0,-0.755 0.000 8,2.659 0.000-10,-1.915 0.000 9,-1.896 0.000-8,1.249 0.000 3,-0.533-1.325-2,-1.686-1.494 1,-0.017-0.075 1,7.914-1.172-4,-6.676 2.501 4,1.357-0.079-3,-1.218 0.534 0,1.581 0.033 0,-0.390 0.257 1,-1.077 0.253 5,3.160-0.003-5,-2.815 0.500 4,-13.418 0.602-2,-2.114-0.531 1,-4.810 0.801-4,0.376 1.215-1,1.689-0.257 1,-1.926 0.126-2,-1.918 0.001 1,2.393-0.270 0,-1.707 0.367-1,-10.829 1.504-1,-4.006 0.860 0,-10.993 1.723-2,-0.746-0.040 2,2.532-0.469-2,16.682-2.480 4,1.379-0.282-1,-3.881 0.408-2,1.015-0.264 0,4.106-0.625 15,5.206-0.701-4,0.326-0.058 11,4.362-0.434-13,0.359 0.419 28,13.106 3.443-30,-1.097 0.784-1,1.808 0.384 7,3.769-4.951-9,0.190-0.066 0,2.380 0.154-1,21.573 1.541-7,-0.311-0.495 1,-12.551-1.010 3,0.354-0.094 1,9.830 1.118-1,-6.672-0.368 1,0.567 0.120 1,0.043 0.039-1,-0.369-0.027 2,7.203 0.569 9,-8.882-0.798-8,-1.466-0.149-1,9.080 0.708-1,-8.441-0.790 3,-4.792-0.431 0,-2.188-0.211 8,2.962 0.103 4,-4.803-0.394 10,-4.019-0.302-19,-0.265-0.169 4,-14.183-1.100 3,-0.594 0.866-6,-1.724-0.018-1,-0.150-0.448-2,-1.945-1.907-3,-1.142-0.430 2,4.484 1.297-1,-3.269-0.911 0,-0.176-0.606 0,1.248 0.154 0,-0.056-0.063 1,-8.826-2.530-3,6.364 2.027 2,-0.615-0.028 3,-8.663-2.104 0,4.122 1.451-4,0.314 0.436 0,0.581 0.483-1,-2.174-0.024 0,2.505 0.730 3,7.259 1.223 9,1.001 0.216-8,-0.241 0.096 1,0.676 0.235-2,-1.937 0.095 29,1.986 0.346-31,-1.517 0.350-2,14.456 1.390 8,0.033-1.510 1,0.859-3.243-3,-1.675 0.291-2,4.561-0.920-2,-0.612 1.702-1,2.004 0.134 4,0.270 0.763-3,1.672 0.302 0,-4.963 0.498 1,0.263 0.089 2,9.707-1.775-1,-3.362-0.355-2,-6.417 0.962 2,-0.619-0.003-1,0.692-0.210 3,-0.408 0.105-1,2.224-0.440 0,0.366-0.055 0,-3.886 0.822 9,2.530-0.478-9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6-01-22T12:43:49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7578.381 4424.270 767,'-7.230'0.000'-2,"0.803"0.000"0,-0.340 0.361 0,2.221 4.430 4,0.341 1.117-4,-1.984 3.170-1,0.419 0.620 1,0.515 0.718-1,2.621-4.882 1,-2.997 8.340-1,3.085-5.251 4,0.697-2.892-1,-3.139 5.887 5,2.165-5.404-7,0.430-0.699 2,0.143 0.221 1,-0.820 3.174-1,0.555-0.857-1,0.691-0.207 1,0.163 1.172 0,0.716-2.326 3,0.306 0.489-3,0.124 1.108 0,0.263-0.952 2,0.186-0.278-3,0.121 1.044 1,0.069 0.762 3,0.011-1.730-5,0.028 0.619 3,0.011 0.941-4,-0.047-1.277 1,-0.012 0.235 7,-0.014 1.863-6,-0.058-2.486 6,-0.019 2.621-8,-0.015-0.253 3,1.539-2.784-1,2.358 3.882 1,1.093 2.356-2,-2.453-3.967 1,0.142 1.485 1,-0.933-2.654-1,-0.045 1.412-1,-0.486-0.217 0,-0.534-1.299 9,0.834 1.602-8,1.142 0.207-1,0.016-1.350 5,0.491 0.935-6,-1.220-3.291 3,-0.187 0.154-1,0.102 1.207 0,-0.354-0.689 6,0.533 3.581-7,1.518-4.373 1,0.919 0.580 8,-0.165-0.292-9,-0.454-0.659 1,-0.724 2.167 6,1.565-0.781-7,0.253-1.731 0,0.092 2.386 2,-1.563-0.659 1,-0.570 0.480-2,-0.968-0.382 0,-2.128 0.033 2,3.761-0.205 0,1.647 2.562-1,-0.561-1.098-2,-2.114-2.249 1,-0.430 2.085 4,-0.898-0.742-4,-0.547 2.636 0,-0.483 0.478 1,-0.392-2.618-1,5.411-0.377 7,-0.285-1.611-9,0.158 0.046 2,-2.435 1.209 4,-0.954 1.553-4,-1.153 1.327-1,2.588-2.805 5,1.878-0.490-7,0.498-1.474 5,1.170 1.730 4,-1.552-2.000-6,0.472-0.126-4,0.905 0.977 4,0.333 0.473 5,-2.950-0.994-5,0.204 1.363-2,0.038-1.181 2,1.023 0.483 2,-0.237 0.048-1,-1.346-0.539 0,0.860 2.102 0,-0.988-0.672 0,1.661-1.232-1,0.522 1.206 6,-0.417-0.160-8,0.038-1.004 2,1.983-2.213 4,-1.305-0.691-3,1.171 4.105 1,-0.652-1.914-2,-0.650-0.984 0,0.651-1.339-1,1.269-0.686 6,2.465-0.787-6,-0.426-0.585 2,-2.720-0.315-1,1.610-0.151 0,-0.980 0.561 4,3.394 3.346-6,-3.075-0.763 4,0.443-0.502-3,0.407-0.205 1,-2.016-0.656 1,-0.003-0.216-1,0.171-0.222 0,3.031 0.253 0,-3.095-0.763 0,4.725 0.031 4,-1.638-0.377-1,-2.437-0.176-3,-0.172 0.389 0,0.024 0.721 1,1.335 1.031-2,1.639 0.708 4,-1.938-0.501-3,3.914 0.232-1,-3.510-1.153 4,0.297-0.218-3,0.250-0.222 3,-2.502-0.414-3,-0.300-0.114-1,-0.146-0.107 1,-0.021-0.098-1,5.250 0.050 3,-4.767-0.267-2,-0.255-0.061 0,0.600-0.043 5,-0.645-0.057-4,4.165-0.047-1,-2.383-0.083 0,-0.368-0.025 7,-1.599 0.004-6,1.185-0.025-1,1.573-0.015 5,-0.093 1.062-7,0.302 2.098 5,-2.487 0.150-3,2.507 1.062-1,-1.905-0.997 2,-1.616-1.393 2,1.131-0.018-3,0.630-0.340 5,1.898-0.492-6,0.290-0.514 4,0.913-0.404-5,-3.871-0.139 6,3.717-0.142-4,-3.886 0.067 0,0.324-0.007 4,3.115-0.001-6,1.640 0.038 5,-0.360 0.046-4,-3.697 0.030 3,1.818 0.008-4,2.612 0.008 4,-3.313 0.004-2,0.925 0.001 1,-3.628-0.001-1,-0.045 0.000-1,5.005 0.001 3,-2.370-0.001-2,-0.731 0.000 2,-0.019 0.000-4,-1.365 0.000 4,-0.351 0.000-1,2.254 0.000-1,-0.290 0.000 3,-0.595 0.000-4,2.160 0.000 1,2.293 0.000 4,-1.933 0.000-1,-3.825 0.000-3,0.024 0.000 1,2.802 0.000-1,-1.110 0.000 0,-0.263 0.000 0,2.368 0.000 3,-2.914 0.000-3,4.545 0.000-1,-2.568 0.000 1,-1.912 0.000 10,0.080 0.000-10,0.179 0.000-1,1.537 0.000 3,0.784 0.000-4,-1.705 0.000 4,2.819 0.000-3,0.927 0.000 7,-1.570 0.000-6,-4.119 0.000 0,0.124 0.000 0,0.206 0.000 0,0.266 0.000 0,6.114 0.000-1,1.508 0.000 3,-5.269-0.278-2,0.164-0.489 0,7.385-1.521-1,-6.883 0.743 1,-0.404-0.094 0,-0.302-0.030 0,-0.216 0.021 1,6.386-0.932-2,-0.861 0.296 1,-3.930 0.686 6,-0.762 0.238-5,-0.533 0.234 0,2.512 0.062-1,-2.825 0.403 10,-0.263 0.167-11,-0.101 0.142 1,1.399 0.096 4,-2.770 0.138-5,4.665-1.283 3,-4.038-0.820-2,3.015-1.302 6,-3.300 0.988-6,0.747 0.206 0,-1.743 0.660 2,-0.368 0.217-2,5.446-0.976 2,-3.891 0.827-2,0.190-2.048 9,-0.735-0.848-10,-0.523-0.599-1,-1.079-2.583 8,1.488-0.234-6,-0.108 0.774-3,1.392-1.129 5,-1.499-0.112-3,-3.453 2.770 1,1.199-2.097 2,2.607-1.377-1,-3.490 3.786 3,0.310-0.674-4,-1.304 0.239-2,2.403-7.667 7,-2.266 7.244-5,0.773-1.016 0,0.405-2.039 0,-1.135 1.736-4,-0.481-0.818 5,-0.486 0.087 4,0.902-1.852-5,0.347 1.584 2,0.124-0.825-2,-1.386 3.219 1,-0.098-0.231-1,0.874-4.245 0,-0.812 1.650 2,-0.281 0.092-3,-0.277 0.480 1,0.239-2.861 0,-0.729 2.229 3,-0.130-2.063-3,-0.419 1.730 7,-0.165 2.313-7,-0.073-3.666 2,-0.126 3.231-3,-0.125-4.073 6,-0.003 3.112-5,0.008-0.683 0,0.011-0.738 2,0.081 1.315-2,0.027-1.550 5,0.044 0.789-6,0.016-2.199 3,0.009 2.688-2,0.002-1.851-2,-1.472 0.906 1,-0.239 1.077 2,-0.300-0.208-1,-0.118 0.268 3,-0.507-1.212-3,-0.276-1.542-2,-0.544 0.642 1,1.339 5.039 2,-0.115-0.460 6,-1.571-4.620-7,0.226 0.435 0,0.408 1.036 1,0.949 1.721-1,-0.165 0.263-1,-0.500 0.529 0,-1.065-2.072 10,0.580 2.006-9,-5.089-4.998 0,2.980 4.435 1,0.422 0.320-1,0.629 1.803 2,-3.697-2.407-1,1.620 1.550 0,-0.130-0.055 2,0.668 1.478-1,0.431 1.315-1,-4.562-1.523-1,3.303 2.324 0,-0.715 0.627 4,1.092-0.255-4,-0.461-0.354-1,-1.727-0.842 5,-2.494-0.506-5,1.922-0.427 0,3.422 1.577 1,-0.043-0.044-1,-2.660-0.859 5,0.586 0.624-4,-0.446 0.235 0,-3.635-2.101 0,-0.638-0.222 0,4.958 2.127 0,-0.124 0.145 1,-4.870-2.912-2,-0.424-0.230 3,4.253 1.936-1,0.569 0.253-1,1.707 0.781 0,0.590 0.267 2,-3.706-1.042-1,-0.604 0.780 0,0.367-0.752 9,1.601 0.620-10,-0.348 0.054 0,-0.313 0.184 0,2.345 0.875 0,0.263 0.172 2,-0.436 0.183-2,-0.440 0.188 0,-5.229-0.468-1,4.938 0.950 1,-0.094 0.161 6,-6.175-0.146-7,5.612 0.514 1,0.300 0.107-2,-5.547 0.019 5,0.785 0.191-4,5.295 0.109 2,0.124 0.039-1,-5.465 0.083 4,2.853 0.016-3,-2.844 0.051 2,5.305-0.056-2,-5.369 0.059-2,2.006-0.037 2,0.122-0.482 2,0.586-0.797-4,-2.585-1.092 4,3.824 0.508-4,-0.026-0.063 1,-3.159-0.741 1,4.970 1.099 0,0.069 0.098 1,-1.188-0.072-1,-0.097 0.167-1,1.056 0.306 1,-0.179 0.124 4,-3.835-0.198-5,2.231 0.413 0,1.136 0.186 0,-0.167 0.088 1,-5.079-0.015-1,4.068 0.189 4,0.064 0.067-5,-3.059 0.065-1,-0.110 0.073 3,4.854 0.003 4,-0.051 0.011-5,-4.417-1.493 0,-0.415-0.870 5,0.624-0.386-5,1.977 0.531 0,2.009 0.584 1,-2.552-0.396 1,0.432 0.188-3,-0.865 0.052 5,0.226 0.291-4,-0.196-1.284-2,4.404 0.908 1,0.073-0.098 9,-4.846-1.354-9,-1.309 0.196 3,1.516 0.842 0,-0.147 0.266-3,0.402 0.283 1,-2.851 0.016 2,5.303 0.816-3,-0.037 0.137 0,-6.330-0.130 1,-1.091 0.288 4,2.404 0.258-4,-1.445 0.110 0,0.975 0.112 0,-1.235 0.091 0,5.513 0.021 0,-0.296 0.017 0,-7.786 0.063 4,0.312 0.014-1,-0.028 0.000-3,7.218-0.051-1,0.604-0.004 0,-5.563 0.029 0,2.850-0.029 1,0.495-0.010 6,0.887-0.010-1,-0.855-0.003-4,0.483-0.012-1,3.788-0.014 1,0.659-0.004-1,-2.729-0.002 10,2.250-0.005-10,-3.615-0.002 3,3.062-0.004-3,-4.782-0.005 4,4.477 0.001-4,-2.380-0.001 0,1.525 0.002 5,0.614 0.002-5,-1.604 0.002 2,1.873 0.001-2,0.864 0.000 0,-0.137 0.000 6,0.627 0.000-6,-2.334 0.000 0,0.085 0.000 1,0.938 0.000-2,-0.187 0.000 3,-0.189 0.000-2,1.121 0.000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  <inkml:channel name="F" type="integer" max="1023" units="dev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  <inkml:channelProperty channel="F" name="resolution" value="0" units="1/dev"/>
        </inkml:channelProperties>
      </inkml:inkSource>
      <inkml:timestamp xml:id="ts0" timeString="2026-01-22T12:43:52"/>
    </inkml:context>
    <inkml:brush xml:id="br0">
      <inkml:brushProperty name="width" value="0.0529194456206428" units="cm"/>
      <inkml:brushProperty name="height" value="0.0529194456206428" units="cm"/>
      <inkml:brushProperty name="color" value="#f80600"/>
      <inkml:brushProperty name="ignorePressure" value="0"/>
    </inkml:brush>
  </inkml:definitions>
  <inkml:trace contextRef="#ctx0" brushRef="#br0">7638.381 6537.270 767,'7.046'0.000'0,"-0.590"0.000"0,-0.329 0.000 0,3.194 0.000-4,0.716 0.000 2,-3.101 0.000 0,4.150-1.339-1,-2.176-0.624 1,0.458-0.360 1,-2.691 0.728-1,0.706 0.006 2,7.354-1.167-1,-0.588 0.340-1,-5.061 0.670 1,0.476-0.472-1,9.992-1.941-1,1.927-0.036 5,-9.724 2.012-3,-0.015 0.140 0,7.594-0.653-2,0.010 0.410 0,-6.695 0.946 0,-0.263 0.180 0,12.848-0.577 8,-4.617 0.770-7,-6.362 0.452 0,-0.646 0.139 6,5.319 0.078-2,-1.725 0.176-3,-7.207 0.094-2,-0.519 0.035 5,-0.379 0.027 1,-0.261 0.021-1,5.413 0.076 0,-0.622 0.017 3,1.616 0.000-6,-0.088-0.011 1,-6.223-0.060 0,-0.095-0.007-1,1.414 0.002 0,-0.054-0.010 0,-1.480-0.016 1,0.030-0.006-1,1.130-0.537 4,0.902-0.407-3,5.287-0.827-1,6.189-0.890 1,1.297-0.099-3,-7.151 0.883 0,-0.293 0.117-1,-2.361 0.355 1,-0.410 0.122 3,8.567-0.471-1,-1.824 0.355 2,0.298 0.328 0,-1.311 0.286 2,-0.696 0.238-1,-8.000 0.271 3,-0.783 0.060-6,6.932 0.025-1,-3.866 0.097 6,-0.995 0.049-4,-0.316 0.036 5,-3.266 0.006-5,-0.549 0.010-1,2.380 0.026-1,-1.308-0.005 8,-0.002 0.000-7,3.054 0.024 3,-1.266-0.010-3,-4.194-0.037 0,-0.193-0.004 1,3.142 0.014-2,-2.615-0.019 1,-0.371-0.007 9,-0.061-0.007-9,2.481-0.003 0,-0.020-0.007 5,1.935-0.003-6,-1.678-0.006 3,-1.213-0.002-3,0.033-0.001 3,-0.336-0.001-3,0.914-0.001 1,0.284 0.000 3,1.124 0.000-4,-1.248 0.001 7,-1.838 0.001-6,0.974 0.000 0,-0.977 0.000 2,0.439 0.000-2,5.074 0.175 6,-5.365 0.277-7,0.109 0.323 1,0.130 0.331 1,0.133 0.312-2,0.126 0.278 0,0.112 0.237 0,0.096 0.194 0,-0.690-0.397 0,0.137-0.093 0,1.167 0.024 0,0.330-0.222 0,2.295 0.166 7,-0.229-0.406 3,-0.332-0.532-10,1.572 1.336 5,-4.603-0.545-4,-0.145 0.161 0,-0.031 0.083 0,0.059 0.020 0,5.780 2.538 0,-0.190 0.576-2,-5.115-1.929 5,-0.018-0.073-3,5.812 2.992 0,-1.905-0.987-1,-0.010-0.102 5,-0.538-0.295-4,2.768 2.001-1,-5.476-2.542 1,-0.006-0.076 0,-0.217-0.161 1,-0.378-0.224-1,5.131 3.025 4,-5.315-2.588-3,-0.421-0.105 0,3.130 2.008-1,-0.169-0.749 5,-0.828-0.850-5,-2.553-1.381 0,-0.844-0.520 9,3.720 1.115-9,-3.600-0.762 10,-2.572 2.915-9,1.005 1.400-1,1.206-3.495 1,-0.096 1.937 1,-3.029 2.528-2,-1.338-0.041 0,-0.425 1.844 0,-0.356-3.616 0,-0.067 1.894 3,-0.140 4.761-6,0.033-3.535 9,0.018-0.041-8,0.008 0.203 0,-0.004 1.170 0,0.028-1.501 4,0.001 2.326-2,0.021-1.635 5,0.009 0.801-6,0.009-3.294 1,0.003-0.358 0,0.002 3.373-1,0.003-4.004 7,0.001 0.192-7,0.001 1.048 0,0.001-0.291 4,0.000-0.478-3,0.001-0.601 1,0.002 5.342-2,-0.002-4.409 1,0.000-0.131 8,0.002 5.136-8,-0.002-2.047-1,0.000 1.018-1,0.000-0.758 4,-0.001-2.128-1,0.000 0.648 8,-0.001 4.219-12,0.000-4.024 7,0.000-2.243-4,-2.512 4.093 3,0.570-5.003-3,-0.757 2.875-1,-0.471 1.867 2,0.313-0.736-4,0.885-1.306 7,-1.475 1.313-5,-0.683-1.136 5,0.614-1.337-4,0.252-0.283 0,-0.202 0.608 1,-0.361-1.003 2,0.506-1.438-3,-0.874 2.368 4,1.035-2.237-4,-0.414-0.154 0,-1.899 1.626-1,1.201-1.481 3,0.277 0.141-2,-1.868 2.605-1,-0.125 1.729 4,1.968-3.544-2,-0.228 0.413-1,-3.016 4.892-1,0.776-2.708 0,0.677-1.284 1,0.109-0.042 0,1.025-1.309 1,0.289-0.342-2,-3.442 4.251 4,2.940-4.280-2,-0.298-0.316-1,-0.097-0.396 1,0.064-0.448 5,-2.953 3.387-7,3.341-3.420 1,-0.080-0.254 0,-4.560 3.565 1,3.742-3.289 4,0.116-0.186-4,-0.024-0.267 0,-0.136-0.322 0,-5.264 3.122-2,4.115-2.913 1,-0.316-0.171-1,-4.979 2.000 5,4.909-2.714-4,-0.054-0.333 0,-6.027 1.028 0,5.451-1.638-1,0.286 0.182 2,-5.386 1.894 4,2.161-1.007-5,-0.299-0.248 0,-0.182-0.326 1,-2.205 0.139 1,-0.068-0.586-2,4.988-1.155 1,-0.412-0.188-1,-7.739 0.213 5,3.451-0.512-5,0.225-0.220 0,0.306-0.182 0,-3.465-0.140-4,6.351-0.142 4,-0.392-0.047 0,-0.313-0.038 5,-0.241-0.029-5,-8.444-0.090 2,7.696 0.044-2,0.020-0.005-1,-9.853-0.070-1,-1.251 0.010 3,9.129 0.069 0,0.133 0.008 0,0.182 0.008 0,0.216 0.008-2,-0.280 0.008 0,-0.132 0.008 1,-5.023-0.003 1,4.628-0.259 1,0.109-0.482-1,-7.912-1.523 2,4.920 0.166-2,-1.188-0.409-4,1.053 0.059 5,-1.226-0.045-1,7.602 0.875 7,0.298-0.334-6,-8.414-1.917-2,-1.139-0.082 4,-0.821-1.230-3,5.934 1.373-2,-0.371-0.008 0,-7.438-2.932 0,9.075 2.607 2,0.166 0.022-1,-8.941-3.897-1,-1.478-1.593-1,9.469 3.753 3,0.127 0.070 1,-0.073 0.209 0,-0.227 0.313-1,-8.988-2.470-1,9.808 3.568 0,0.471 0.468-1,-8.177-2.678 2,8.887 2.701 0,0.363 0.200-1,-2.916-0.730 9,0.992 0.518-7,0.890 0.545 0,-1.303 0.042-1,6.004 1.260 0,-0.102-0.229 1,-5.198-1.756 5,-0.217-1.406 0,-0.594-0.511-9,4.655 1.787 1,0.601 0.181 0,-5.349-2.554 5,0.154-1.662-5,5.888 3.047 2,0.077 0.000 3,-4.801-2.964-4,5.524 3.479 0,0.122 0.351-1,0.295 0.119 0,0.424-0.065 2,-4.592-2.560 1,2.799 1.704 4,0.303 0.030-5,0.136-0.219 1,-1.290-1.147 0,3.036 1.770-1,0.001-0.300 2,-2.277-2.160-4,-0.528-1.027 6,3.813 3.168-6,0.240 0.108 1,-4.019-4.029-1,0.313 0.074 4,3.859 3.433-3,0.374-0.165 0,0.151 0.014 3,-0.027 0.153-3,-2.742-4.238-1,0.710-1.258 5,2.681 4.283-4,-0.129 0.167 1,-2.656-3.358 0,1.651 2.718 0,-0.528-0.339 0,1.665 1.372-1,-0.063-1.125 1,-0.857-0.559 9,0.480 2.468-9,-2.809-2.656 0,2.650 1.344 0,0.809-0.087 2,0.699-0.292-4,0.504 0.945 8,-1.033 0.642-7,-1.303-3.777-3,1.543 1.884 4,0.975 0.669 0,0.517-0.492-1,-0.810-0.063 3,-1.054-2.543-4,1.052 2.529 2,-1.132-3.246-2,0.990 2.589 1,0.796 1.205-1,0.271 0.072 1,0.271 0.352 0,-0.194-1.928 8,0.328-1.567-9,0.491-0.367 6,0.555 3.263-5,0.130-4.805-1,0.239 1.485 3,0.076 3.324-2,0.240-0.739 8,-0.495-0.104-8,0.001-0.695-1,0.001 1.046 2,0.279 0.467-2,2.779 1.058 6,2.282-2.051-5,-0.717 1.608-2,0.260 0.101 2,0.887 3.216 9,1.478 2.433-10,-1.594-6.167-1,-1.922 0.448 3,3.685 1.066 0,-0.408 2.094-1,-0.973 1.585 1,1.810 1.351 4,-1.290-4.453-6,-0.740 0.228 1,1.092-0.118 1,1.640 0.480-1,0.839-1.479 3,-2.668 1.732-4,3.823-2.083-1,-4.867 2.114 1,1.374-1.222 1,0.754-0.745 4,-2.364-0.046-5,-0.941-0.263 0,3.446-2.798 7,0.287-0.474-6,-1.489 0.562 1,-1.891 3.774 2,-0.158 0.662-3,3.873-2.284 0,-3.134 3.021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发现可以直接用提供的</a:t>
            </a:r>
            <a:r>
              <a:rPr lang="en-US" altLang="zh-CN"/>
              <a:t>docker</a:t>
            </a:r>
            <a:r>
              <a:rPr lang="zh-CN" altLang="en-US"/>
              <a:t>镜像</a:t>
            </a:r>
            <a:r>
              <a:rPr lang="en-US" altLang="zh-CN"/>
              <a:t>(sweb.eval)，140</a:t>
            </a:r>
            <a:r>
              <a:rPr lang="zh-CN" altLang="en-US"/>
              <a:t>个直接拉取的它的</a:t>
            </a:r>
            <a:r>
              <a:rPr lang="en-US" altLang="zh-CN"/>
              <a:t>docker images，</a:t>
            </a:r>
            <a:r>
              <a:rPr lang="zh-CN" altLang="en-US"/>
              <a:t>但是还有几个不能运行</a:t>
            </a:r>
            <a:r>
              <a:rPr lang="en-US" altLang="zh-CN"/>
              <a:t>，</a:t>
            </a:r>
            <a:r>
              <a:rPr lang="zh-CN" altLang="en-US"/>
              <a:t>自己</a:t>
            </a:r>
            <a:r>
              <a:rPr lang="en-US" altLang="zh-CN"/>
              <a:t>pip install</a:t>
            </a:r>
            <a:r>
              <a:rPr lang="zh-CN" altLang="en-US"/>
              <a:t>了一些库给运行起来</a:t>
            </a:r>
            <a:endParaRPr lang="zh-CN" altLang="en-US"/>
          </a:p>
          <a:p>
            <a:r>
              <a:rPr lang="en-US" altLang="zh-CN"/>
              <a:t>（</a:t>
            </a:r>
            <a:r>
              <a:rPr lang="zh-CN" altLang="en-US"/>
              <a:t>这里是有很大一番波折的</a:t>
            </a:r>
            <a:r>
              <a:rPr lang="en-US" altLang="zh-CN"/>
              <a:t>，</a:t>
            </a:r>
            <a:r>
              <a:rPr lang="zh-CN" altLang="en-US"/>
              <a:t>这个结构很巧妙</a:t>
            </a:r>
            <a:r>
              <a:rPr lang="en-US" altLang="zh-CN"/>
              <a:t>，sweb.base、sweb.env、sweb.eval、container）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tottime (Total Time - </a:t>
            </a:r>
            <a:r>
              <a:rPr lang="zh-CN" altLang="en-US"/>
              <a:t>自身耗时</a:t>
            </a:r>
            <a:r>
              <a:rPr lang="en-US" altLang="zh-CN"/>
              <a:t>):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</a:t>
            </a:r>
            <a:r>
              <a:rPr lang="zh-CN" altLang="en-US"/>
              <a:t>定义</a:t>
            </a:r>
            <a:r>
              <a:rPr lang="en-US" altLang="zh-CN"/>
              <a:t>: </a:t>
            </a:r>
            <a:r>
              <a:rPr lang="zh-CN" altLang="en-US"/>
              <a:t>函数自身逻辑执行所花费的时间（不包含它调用的子函数的时间）。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    </a:t>
            </a:r>
            <a:r>
              <a:rPr lang="zh-CN" altLang="en-US"/>
              <a:t>含义</a:t>
            </a:r>
            <a:r>
              <a:rPr lang="en-US" altLang="zh-CN"/>
              <a:t>: </a:t>
            </a:r>
            <a:r>
              <a:rPr lang="zh-CN" altLang="en-US"/>
              <a:t>如果一个函数的</a:t>
            </a:r>
            <a:r>
              <a:rPr lang="en-US" altLang="zh-CN"/>
              <a:t> tottime </a:t>
            </a:r>
            <a:r>
              <a:rPr lang="zh-CN" altLang="en-US"/>
              <a:t>很高，说明这个函数内部有复杂的循环、大量的计算或者低效的逻辑。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    </a:t>
            </a:r>
            <a:r>
              <a:rPr lang="zh-CN" altLang="en-US"/>
              <a:t>对应场景</a:t>
            </a:r>
            <a:r>
              <a:rPr lang="en-US" altLang="zh-CN"/>
              <a:t>: </a:t>
            </a:r>
            <a:r>
              <a:rPr lang="zh-CN" altLang="en-US"/>
              <a:t>纯计算函数，如矩阵乘法、复杂的数学公式计算。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cumtime (Cumulative Time - </a:t>
            </a:r>
            <a:r>
              <a:rPr lang="zh-CN" altLang="en-US"/>
              <a:t>累计耗时</a:t>
            </a:r>
            <a:r>
              <a:rPr lang="en-US" altLang="zh-CN"/>
              <a:t>):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    </a:t>
            </a:r>
            <a:r>
              <a:rPr lang="zh-CN" altLang="en-US"/>
              <a:t>定义</a:t>
            </a:r>
            <a:r>
              <a:rPr lang="en-US" altLang="zh-CN"/>
              <a:t>: </a:t>
            </a:r>
            <a:r>
              <a:rPr lang="zh-CN" altLang="en-US"/>
              <a:t>函数从开始调用到结束返回的总时间（包含它调用的所有子函数的时间）。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    </a:t>
            </a:r>
            <a:r>
              <a:rPr lang="zh-CN" altLang="en-US"/>
              <a:t>含义</a:t>
            </a:r>
            <a:r>
              <a:rPr lang="en-US" altLang="zh-CN"/>
              <a:t>: </a:t>
            </a:r>
            <a:r>
              <a:rPr lang="zh-CN" altLang="en-US"/>
              <a:t>如果一个函数的</a:t>
            </a:r>
            <a:r>
              <a:rPr lang="en-US" altLang="zh-CN"/>
              <a:t> cumtime </a:t>
            </a:r>
            <a:r>
              <a:rPr lang="zh-CN" altLang="en-US"/>
              <a:t>很高，但</a:t>
            </a:r>
            <a:r>
              <a:rPr lang="en-US" altLang="zh-CN"/>
              <a:t> tottime </a:t>
            </a:r>
            <a:r>
              <a:rPr lang="zh-CN" altLang="en-US"/>
              <a:t>很低，说明它是一个管理者（</a:t>
            </a:r>
            <a:r>
              <a:rPr lang="en-US" altLang="zh-CN"/>
              <a:t>Manager</a:t>
            </a:r>
            <a:r>
              <a:rPr lang="zh-CN" altLang="en-US"/>
              <a:t>）。它自己干活很少，但它调用的</a:t>
            </a:r>
            <a:r>
              <a:rPr lang="en-US" altLang="zh-CN"/>
              <a:t>“</a:t>
            </a:r>
            <a:r>
              <a:rPr lang="zh-CN" altLang="en-US"/>
              <a:t>下属</a:t>
            </a:r>
            <a:r>
              <a:rPr lang="en-US" altLang="zh-CN"/>
              <a:t>”</a:t>
            </a:r>
            <a:r>
              <a:rPr lang="zh-CN" altLang="en-US"/>
              <a:t>（子函数）很慢。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    </a:t>
            </a:r>
            <a:r>
              <a:rPr lang="zh-CN" altLang="en-US"/>
              <a:t>对应场景</a:t>
            </a:r>
            <a:r>
              <a:rPr lang="en-US" altLang="zh-CN"/>
              <a:t>: </a:t>
            </a:r>
            <a:r>
              <a:rPr lang="zh-CN" altLang="en-US"/>
              <a:t>顶层</a:t>
            </a:r>
            <a:r>
              <a:rPr lang="en-US" altLang="zh-CN"/>
              <a:t> API</a:t>
            </a:r>
            <a:r>
              <a:rPr lang="zh-CN" altLang="en-US"/>
              <a:t>（如</a:t>
            </a:r>
            <a:r>
              <a:rPr lang="en-US" altLang="zh-CN"/>
              <a:t> polyfit</a:t>
            </a:r>
            <a:r>
              <a:rPr lang="zh-CN" altLang="en-US"/>
              <a:t>），它负责调度数据准备、调用计算库（</a:t>
            </a:r>
            <a:r>
              <a:rPr lang="en-US" altLang="zh-CN"/>
              <a:t>Numpy/Pandas</a:t>
            </a:r>
            <a:r>
              <a:rPr lang="zh-CN" altLang="en-US"/>
              <a:t>）、重组结果。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2F4EF-A399-4249-94CF-D253FF7DA09F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2AF311-A7F4-114A-9620-5B826839FA20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customXml" Target="../ink/ink4.xml"/><Relationship Id="rId8" Type="http://schemas.openxmlformats.org/officeDocument/2006/relationships/image" Target="../media/image8.png"/><Relationship Id="rId7" Type="http://schemas.openxmlformats.org/officeDocument/2006/relationships/customXml" Target="../ink/ink3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.png"/><Relationship Id="rId3" Type="http://schemas.openxmlformats.org/officeDocument/2006/relationships/customXml" Target="../ink/ink1.xml"/><Relationship Id="rId22" Type="http://schemas.openxmlformats.org/officeDocument/2006/relationships/slideLayout" Target="../slideLayouts/slideLayout2.xml"/><Relationship Id="rId21" Type="http://schemas.openxmlformats.org/officeDocument/2006/relationships/customXml" Target="../ink/ink10.xml"/><Relationship Id="rId20" Type="http://schemas.openxmlformats.org/officeDocument/2006/relationships/image" Target="../media/image14.png"/><Relationship Id="rId2" Type="http://schemas.openxmlformats.org/officeDocument/2006/relationships/image" Target="../media/image5.png"/><Relationship Id="rId19" Type="http://schemas.openxmlformats.org/officeDocument/2006/relationships/customXml" Target="../ink/ink9.xml"/><Relationship Id="rId18" Type="http://schemas.openxmlformats.org/officeDocument/2006/relationships/image" Target="../media/image13.png"/><Relationship Id="rId17" Type="http://schemas.openxmlformats.org/officeDocument/2006/relationships/customXml" Target="../ink/ink8.xml"/><Relationship Id="rId16" Type="http://schemas.openxmlformats.org/officeDocument/2006/relationships/image" Target="../media/image12.png"/><Relationship Id="rId15" Type="http://schemas.openxmlformats.org/officeDocument/2006/relationships/customXml" Target="../ink/ink7.xml"/><Relationship Id="rId14" Type="http://schemas.openxmlformats.org/officeDocument/2006/relationships/image" Target="../media/image11.png"/><Relationship Id="rId13" Type="http://schemas.openxmlformats.org/officeDocument/2006/relationships/customXml" Target="../ink/ink6.xml"/><Relationship Id="rId12" Type="http://schemas.openxmlformats.org/officeDocument/2006/relationships/image" Target="../media/image10.png"/><Relationship Id="rId11" Type="http://schemas.openxmlformats.org/officeDocument/2006/relationships/customXml" Target="../ink/ink5.xml"/><Relationship Id="rId10" Type="http://schemas.openxmlformats.org/officeDocument/2006/relationships/image" Target="../media/image9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12.xml"/><Relationship Id="rId3" Type="http://schemas.openxmlformats.org/officeDocument/2006/relationships/image" Target="../media/image16.png"/><Relationship Id="rId2" Type="http://schemas.openxmlformats.org/officeDocument/2006/relationships/customXml" Target="../ink/ink11.xml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customXml" Target="../ink/ink14.xml"/><Relationship Id="rId3" Type="http://schemas.openxmlformats.org/officeDocument/2006/relationships/image" Target="../media/image19.png"/><Relationship Id="rId2" Type="http://schemas.openxmlformats.org/officeDocument/2006/relationships/customXml" Target="../ink/ink13.xml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llm as code optimizer</a:t>
            </a:r>
            <a:endParaRPr kumimoji="1" lang="en-US" altLang="zh-CN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1.dataset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91945"/>
            <a:ext cx="10515600" cy="4351338"/>
          </a:xfrm>
        </p:spPr>
        <p:txBody>
          <a:bodyPr/>
          <a:lstStyle/>
          <a:p>
            <a:r>
              <a:rPr kumimoji="1" lang="zh-CN" altLang="en-US"/>
              <a:t>重新运行</a:t>
            </a:r>
            <a:r>
              <a:rPr kumimoji="1" lang="en-US" altLang="zh-CN"/>
              <a:t>140</a:t>
            </a:r>
            <a:r>
              <a:rPr kumimoji="1" lang="zh-CN" altLang="en-US"/>
              <a:t>个</a:t>
            </a:r>
            <a:r>
              <a:rPr kumimoji="1" lang="en-US" altLang="zh-CN"/>
              <a:t>instance，</a:t>
            </a:r>
            <a:r>
              <a:rPr kumimoji="1" lang="zh-CN" altLang="en-US"/>
              <a:t>然后对</a:t>
            </a:r>
            <a:r>
              <a:rPr kumimoji="1" lang="en-US" altLang="zh-CN"/>
              <a:t>test func</a:t>
            </a:r>
            <a:r>
              <a:rPr kumimoji="1" lang="zh-CN" altLang="en-US"/>
              <a:t>分析</a:t>
            </a:r>
            <a:br>
              <a:rPr kumimoji="1" lang="zh-CN" altLang="en-US"/>
            </a:br>
            <a:r>
              <a:rPr kumimoji="1" lang="en-US" altLang="zh-CN"/>
              <a:t>IQR</a:t>
            </a:r>
            <a:r>
              <a:rPr kumimoji="1" lang="zh-CN" altLang="en-US"/>
              <a:t>过滤</a:t>
            </a:r>
            <a:r>
              <a:rPr kumimoji="1" lang="en-US" altLang="zh-CN"/>
              <a:t>，</a:t>
            </a:r>
            <a:r>
              <a:rPr kumimoji="1" lang="zh-CN" altLang="en-US"/>
              <a:t>然后</a:t>
            </a:r>
            <a:r>
              <a:rPr kumimoji="1" lang="en-US" altLang="zh-CN"/>
              <a:t> </a:t>
            </a:r>
            <a:r>
              <a:rPr kumimoji="1" lang="zh-CN" altLang="en-US"/>
              <a:t>取平均</a:t>
            </a:r>
            <a:r>
              <a:rPr kumimoji="1" lang="en-US" altLang="zh-CN"/>
              <a:t>，</a:t>
            </a:r>
            <a:r>
              <a:rPr kumimoji="1" lang="zh-CN" altLang="en-US"/>
              <a:t>计算百分比</a:t>
            </a:r>
            <a:endParaRPr kumimoji="1" lang="en-US" altLang="zh-CN"/>
          </a:p>
          <a:p>
            <a:endParaRPr kumimoji="1"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8390890" y="0"/>
            <a:ext cx="3730625" cy="7616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验证</a:t>
            </a:r>
            <a:r>
              <a:rPr lang="en-US" altLang="zh-CN"/>
              <a:t>unit test</a:t>
            </a:r>
            <a:r>
              <a:rPr lang="zh-CN" altLang="en-US"/>
              <a:t>性能提升：</a:t>
            </a:r>
            <a:endParaRPr lang="zh-CN" altLang="en-US"/>
          </a:p>
          <a:p>
            <a:r>
              <a:rPr lang="en-US" altLang="zh-CN"/>
              <a:t>    warm-up 3</a:t>
            </a:r>
            <a:r>
              <a:rPr lang="zh-CN" altLang="en-US"/>
              <a:t>次</a:t>
            </a:r>
            <a:endParaRPr lang="zh-CN" altLang="en-US"/>
          </a:p>
          <a:p>
            <a:r>
              <a:rPr lang="en-US" altLang="zh-CN"/>
              <a:t>    *</a:t>
            </a:r>
            <a:r>
              <a:rPr lang="zh-CN" altLang="en-US"/>
              <a:t>执行</a:t>
            </a:r>
            <a:r>
              <a:rPr lang="en-US" altLang="zh-CN"/>
              <a:t>**20</a:t>
            </a:r>
            <a:r>
              <a:rPr lang="zh-CN" altLang="en-US"/>
              <a:t>🤔</a:t>
            </a:r>
            <a:r>
              <a:rPr lang="en-US" altLang="zh-CN"/>
              <a:t>**</a:t>
            </a:r>
            <a:r>
              <a:rPr lang="zh-CN" altLang="en-US"/>
              <a:t>次重复的</a:t>
            </a:r>
            <a:r>
              <a:rPr lang="en-US" altLang="zh-CN"/>
              <a:t>pytest</a:t>
            </a:r>
            <a:r>
              <a:rPr lang="zh-CN" altLang="en-US"/>
              <a:t>测量</a:t>
            </a:r>
            <a:endParaRPr lang="zh-CN" altLang="en-US"/>
          </a:p>
          <a:p>
            <a:r>
              <a:rPr lang="en-US" altLang="zh-CN"/>
              <a:t>    </a:t>
            </a:r>
            <a:endParaRPr lang="en-US" altLang="zh-CN"/>
          </a:p>
          <a:p>
            <a:r>
              <a:rPr lang="en-US" altLang="zh-CN"/>
              <a:t>**</a:t>
            </a:r>
            <a:r>
              <a:rPr lang="zh-CN" altLang="en-US">
                <a:solidFill>
                  <a:srgbClr val="FF0000"/>
                </a:solidFill>
              </a:rPr>
              <a:t>过滤离群值</a:t>
            </a:r>
            <a:r>
              <a:rPr lang="zh-CN" altLang="en-US"/>
              <a:t>🤔！</a:t>
            </a:r>
            <a:r>
              <a:rPr lang="en-US" altLang="zh-CN"/>
              <a:t>**</a:t>
            </a:r>
            <a:r>
              <a:rPr lang="zh-CN" altLang="en-US"/>
              <a:t>：</a:t>
            </a:r>
            <a:r>
              <a:rPr lang="en-US" altLang="zh-CN"/>
              <a:t> </a:t>
            </a:r>
            <a:r>
              <a:rPr lang="zh-CN" altLang="en-US"/>
              <a:t>使用阈值乘数为</a:t>
            </a:r>
            <a:r>
              <a:rPr lang="en-US" altLang="zh-CN"/>
              <a:t>1</a:t>
            </a:r>
            <a:r>
              <a:rPr lang="zh-CN" altLang="en-US"/>
              <a:t>的</a:t>
            </a:r>
            <a:r>
              <a:rPr lang="en-US" altLang="zh-CN"/>
              <a:t>IQR</a:t>
            </a:r>
            <a:r>
              <a:rPr lang="zh-CN" altLang="en-US"/>
              <a:t>四分位距方法。</a:t>
            </a:r>
            <a:endParaRPr lang="zh-CN" altLang="en-US"/>
          </a:p>
          <a:p>
            <a:r>
              <a:rPr lang="en-US" altLang="zh-CN"/>
              <a:t>       </a:t>
            </a:r>
            <a:r>
              <a:rPr lang="zh-CN" altLang="en-US" sz="1400"/>
              <a:t>过程为：</a:t>
            </a:r>
            <a:r>
              <a:rPr lang="en-US" altLang="zh-CN" sz="1400"/>
              <a:t> </a:t>
            </a:r>
            <a:r>
              <a:rPr lang="zh-CN" altLang="en-US" sz="1400"/>
              <a:t>假设排序后数组</a:t>
            </a:r>
            <a:r>
              <a:rPr lang="en-US" altLang="zh-CN" sz="1400"/>
              <a:t> a1,a2,a3,......,a20</a:t>
            </a:r>
            <a:endParaRPr lang="en-US" altLang="zh-CN" sz="1400"/>
          </a:p>
          <a:p>
            <a:r>
              <a:rPr lang="en-US" altLang="zh-CN" sz="1400"/>
              <a:t>            </a:t>
            </a:r>
            <a:r>
              <a:rPr lang="zh-CN" altLang="en-US" sz="1400"/>
              <a:t>则</a:t>
            </a:r>
            <a:r>
              <a:rPr lang="en-US" altLang="zh-CN" sz="1400"/>
              <a:t>Q1: a5</a:t>
            </a:r>
            <a:r>
              <a:rPr lang="zh-CN" altLang="en-US" sz="1400"/>
              <a:t>、</a:t>
            </a:r>
            <a:r>
              <a:rPr lang="en-US" altLang="zh-CN" sz="1400"/>
              <a:t>a6</a:t>
            </a:r>
            <a:r>
              <a:rPr lang="zh-CN" altLang="en-US" sz="1400"/>
              <a:t>的平均值</a:t>
            </a:r>
            <a:r>
              <a:rPr lang="en-US" altLang="zh-CN" sz="1400"/>
              <a:t>  Q3:a15</a:t>
            </a:r>
            <a:r>
              <a:rPr lang="zh-CN" altLang="en-US" sz="1400"/>
              <a:t>、</a:t>
            </a:r>
            <a:r>
              <a:rPr lang="en-US" altLang="zh-CN" sz="1400"/>
              <a:t>a16</a:t>
            </a:r>
            <a:r>
              <a:rPr lang="zh-CN" altLang="en-US" sz="1400"/>
              <a:t>的平均值</a:t>
            </a:r>
            <a:endParaRPr lang="zh-CN" altLang="en-US" sz="1400"/>
          </a:p>
          <a:p>
            <a:r>
              <a:rPr lang="en-US" altLang="zh-CN" sz="1400"/>
              <a:t>            </a:t>
            </a:r>
            <a:r>
              <a:rPr lang="zh-CN" altLang="en-US" sz="1400"/>
              <a:t>取</a:t>
            </a:r>
            <a:r>
              <a:rPr lang="en-US" altLang="zh-CN" sz="1400"/>
              <a:t>IQR= Q3-Q1</a:t>
            </a:r>
            <a:endParaRPr lang="en-US" altLang="zh-CN" sz="1400"/>
          </a:p>
          <a:p>
            <a:r>
              <a:rPr lang="en-US" altLang="zh-CN" sz="1400"/>
              <a:t>            </a:t>
            </a:r>
            <a:r>
              <a:rPr lang="zh-CN" altLang="en-US" sz="1400"/>
              <a:t>然后过滤掉</a:t>
            </a:r>
            <a:r>
              <a:rPr lang="en-US" altLang="zh-CN" sz="1400"/>
              <a:t>  </a:t>
            </a:r>
            <a:r>
              <a:rPr lang="zh-CN" altLang="en-US" sz="1400"/>
              <a:t>小于</a:t>
            </a:r>
            <a:r>
              <a:rPr lang="en-US" altLang="zh-CN" sz="1400"/>
              <a:t>Q1-IQR,</a:t>
            </a:r>
            <a:r>
              <a:rPr lang="zh-CN" altLang="en-US" sz="1400"/>
              <a:t>大于</a:t>
            </a:r>
            <a:r>
              <a:rPr lang="en-US" altLang="zh-CN" sz="1400"/>
              <a:t>Q3+IQR </a:t>
            </a:r>
            <a:r>
              <a:rPr lang="zh-CN" altLang="en-US" sz="1400"/>
              <a:t>的数据，这些数据即离群点</a:t>
            </a:r>
            <a:endParaRPr lang="zh-CN" altLang="en-US" sz="1400"/>
          </a:p>
          <a:p>
            <a:endParaRPr lang="zh-CN" altLang="en-US" sz="1400"/>
          </a:p>
          <a:p>
            <a:r>
              <a:rPr lang="en-US" altLang="zh-CN"/>
              <a:t>**</a:t>
            </a:r>
            <a:r>
              <a:rPr lang="zh-CN" altLang="en-US"/>
              <a:t>计算统计意义上</a:t>
            </a:r>
            <a:r>
              <a:rPr lang="zh-CN" altLang="en-US">
                <a:solidFill>
                  <a:srgbClr val="FF0000"/>
                </a:solidFill>
              </a:rPr>
              <a:t>最小性能增益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        </a:t>
            </a:r>
            <a:r>
              <a:rPr lang="zh-CN" altLang="en-US" sz="1400"/>
              <a:t>假设</a:t>
            </a:r>
            <a:r>
              <a:rPr lang="en-US" altLang="zh-CN" sz="1400"/>
              <a:t>A</a:t>
            </a:r>
            <a:r>
              <a:rPr lang="zh-CN" altLang="en-US" sz="1400"/>
              <a:t>为</a:t>
            </a:r>
            <a:r>
              <a:rPr lang="en-US" altLang="zh-CN" sz="1400"/>
              <a:t>original code</a:t>
            </a:r>
            <a:r>
              <a:rPr lang="zh-CN" altLang="en-US" sz="1400"/>
              <a:t>的</a:t>
            </a:r>
            <a:r>
              <a:rPr lang="en-US" altLang="zh-CN" sz="1400"/>
              <a:t>runtimes</a:t>
            </a:r>
            <a:r>
              <a:rPr lang="zh-CN" altLang="en-US" sz="1400"/>
              <a:t>，</a:t>
            </a:r>
            <a:r>
              <a:rPr lang="en-US" altLang="zh-CN" sz="1400"/>
              <a:t>B</a:t>
            </a:r>
            <a:r>
              <a:rPr lang="zh-CN" altLang="en-US" sz="1400"/>
              <a:t>为</a:t>
            </a:r>
            <a:r>
              <a:rPr lang="en-US" altLang="zh-CN" sz="1400"/>
              <a:t>modified code runtimes</a:t>
            </a:r>
            <a:endParaRPr lang="en-US" altLang="zh-CN" sz="1400"/>
          </a:p>
          <a:p>
            <a:r>
              <a:rPr lang="en-US" altLang="zh-CN" sz="1400"/>
              <a:t>        </a:t>
            </a:r>
            <a:r>
              <a:rPr lang="zh-CN" altLang="en-US" sz="1400"/>
              <a:t>不断的人为使得</a:t>
            </a:r>
            <a:r>
              <a:rPr lang="en-US" altLang="zh-CN" sz="1400"/>
              <a:t>B</a:t>
            </a:r>
            <a:r>
              <a:rPr lang="zh-CN" altLang="en-US" sz="1400"/>
              <a:t>变慢，每次乘以</a:t>
            </a:r>
            <a:r>
              <a:rPr lang="en-US" altLang="zh-CN" sz="1400"/>
              <a:t>(1-x),x</a:t>
            </a:r>
            <a:r>
              <a:rPr lang="zh-CN" altLang="en-US" sz="1400"/>
              <a:t>每步加</a:t>
            </a:r>
            <a:r>
              <a:rPr lang="en-US" altLang="zh-CN" sz="1400"/>
              <a:t>0.01</a:t>
            </a:r>
            <a:r>
              <a:rPr lang="zh-CN" altLang="en-US" sz="1400"/>
              <a:t>，减少百分之</a:t>
            </a:r>
            <a:r>
              <a:rPr lang="en-US" altLang="zh-CN" sz="1400"/>
              <a:t>1</a:t>
            </a:r>
            <a:r>
              <a:rPr lang="zh-CN" altLang="en-US" sz="1400"/>
              <a:t>的性能，看</a:t>
            </a:r>
            <a:r>
              <a:rPr lang="en-US" altLang="zh-CN" sz="1400"/>
              <a:t>B</a:t>
            </a:r>
            <a:r>
              <a:rPr lang="zh-CN" altLang="en-US" sz="1400"/>
              <a:t>是否仍然比</a:t>
            </a:r>
            <a:r>
              <a:rPr lang="en-US" altLang="zh-CN" sz="1400"/>
              <a:t>A</a:t>
            </a:r>
            <a:r>
              <a:rPr lang="zh-CN" altLang="en-US" sz="1400"/>
              <a:t>快，统计意义上</a:t>
            </a:r>
            <a:r>
              <a:rPr lang="en-US" altLang="zh-CN" sz="1400"/>
              <a:t> MannWhitneyUTest</a:t>
            </a:r>
            <a:r>
              <a:rPr lang="zh-CN" altLang="en-US" sz="1400"/>
              <a:t>，</a:t>
            </a:r>
            <a:r>
              <a:rPr lang="en-US" altLang="zh-CN" sz="1400"/>
              <a:t>p</a:t>
            </a:r>
            <a:r>
              <a:rPr lang="zh-CN" altLang="en-US" sz="1400"/>
              <a:t>值这里取</a:t>
            </a:r>
            <a:r>
              <a:rPr lang="en-US" altLang="zh-CN" sz="1400"/>
              <a:t>0.1</a:t>
            </a:r>
            <a:endParaRPr lang="en-US" altLang="zh-CN" sz="1400"/>
          </a:p>
          <a:p>
            <a:r>
              <a:rPr lang="en-US" altLang="zh-CN" sz="1400"/>
              <a:t>        </a:t>
            </a:r>
            <a:r>
              <a:rPr lang="zh-CN" altLang="en-US" sz="1400"/>
              <a:t>最终最大的符合要求</a:t>
            </a:r>
            <a:r>
              <a:rPr lang="en-US" altLang="zh-CN" sz="1400"/>
              <a:t>x</a:t>
            </a:r>
            <a:r>
              <a:rPr lang="zh-CN" altLang="en-US" sz="1400"/>
              <a:t>，即为目标值。</a:t>
            </a:r>
            <a:r>
              <a:rPr lang="en-US" altLang="zh-CN" sz="1400"/>
              <a:t>  </a:t>
            </a:r>
            <a:r>
              <a:rPr lang="zh-CN" altLang="en-US" sz="1400"/>
              <a:t>过滤掉提升不足</a:t>
            </a:r>
            <a:r>
              <a:rPr lang="en-US" altLang="zh-CN" sz="1400"/>
              <a:t>5%</a:t>
            </a:r>
            <a:r>
              <a:rPr lang="zh-CN" altLang="en-US" sz="1400"/>
              <a:t>的数据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1925" y="2410460"/>
            <a:ext cx="5142230" cy="4819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07911" y="3245051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altLang="zh-CN" b="1" dirty="0"/>
              <a:t>Data Summary:</a:t>
            </a:r>
            <a:endParaRPr lang="en-GB" altLang="zh-CN" dirty="0"/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/>
              <a:t>trash</a:t>
            </a:r>
            <a:r>
              <a:rPr lang="en-GB" altLang="zh-CN" dirty="0"/>
              <a:t> (&lt; -100%): 9</a:t>
            </a:r>
            <a:endParaRPr lang="en-GB" altLang="zh-CN" dirty="0"/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/>
              <a:t>very slow</a:t>
            </a:r>
            <a:r>
              <a:rPr lang="en-GB" altLang="zh-CN" dirty="0"/>
              <a:t> (-100% to -50%): 4</a:t>
            </a:r>
            <a:endParaRPr lang="en-GB" altLang="zh-CN" dirty="0"/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/>
              <a:t>slow</a:t>
            </a:r>
            <a:r>
              <a:rPr lang="en-GB" altLang="zh-CN" dirty="0"/>
              <a:t> (-50% to -5%): 89</a:t>
            </a:r>
            <a:endParaRPr lang="en-GB" altLang="zh-CN" dirty="0"/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/>
              <a:t>little slow</a:t>
            </a:r>
            <a:r>
              <a:rPr lang="en-GB" altLang="zh-CN" dirty="0"/>
              <a:t> (-5% to 0%): 222</a:t>
            </a:r>
            <a:endParaRPr lang="en-GB" altLang="zh-CN" dirty="0"/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/>
              <a:t>faster</a:t>
            </a:r>
            <a:r>
              <a:rPr lang="en-GB" altLang="zh-CN" dirty="0"/>
              <a:t> (0% to 5%): 312</a:t>
            </a:r>
            <a:endParaRPr lang="en-GB" altLang="zh-CN" dirty="0"/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>
                <a:solidFill>
                  <a:schemeClr val="accent1"/>
                </a:solidFill>
              </a:rPr>
              <a:t>fast</a:t>
            </a:r>
            <a:r>
              <a:rPr lang="en-GB" altLang="zh-CN" dirty="0">
                <a:solidFill>
                  <a:schemeClr val="accent1"/>
                </a:solidFill>
              </a:rPr>
              <a:t> (5% to 50%): 360</a:t>
            </a:r>
            <a:endParaRPr lang="en-GB" altLang="zh-CN" dirty="0">
              <a:solidFill>
                <a:schemeClr val="accent1"/>
              </a:solidFill>
            </a:endParaRPr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>
                <a:solidFill>
                  <a:schemeClr val="accent1"/>
                </a:solidFill>
              </a:rPr>
              <a:t>super</a:t>
            </a:r>
            <a:r>
              <a:rPr lang="en-GB" altLang="zh-CN" dirty="0">
                <a:solidFill>
                  <a:schemeClr val="accent1"/>
                </a:solidFill>
              </a:rPr>
              <a:t> (50% to 80%): 73</a:t>
            </a:r>
            <a:endParaRPr lang="en-GB" altLang="zh-CN" dirty="0">
              <a:solidFill>
                <a:schemeClr val="accent1"/>
              </a:solidFill>
            </a:endParaRPr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>
                <a:solidFill>
                  <a:schemeClr val="accent1"/>
                </a:solidFill>
              </a:rPr>
              <a:t>big super</a:t>
            </a:r>
            <a:r>
              <a:rPr lang="en-GB" altLang="zh-CN" dirty="0">
                <a:solidFill>
                  <a:schemeClr val="accent1"/>
                </a:solidFill>
              </a:rPr>
              <a:t> (80% to 100%): 60</a:t>
            </a:r>
            <a:endParaRPr lang="en-GB" altLang="zh-CN" dirty="0">
              <a:solidFill>
                <a:schemeClr val="accent1"/>
              </a:solidFill>
            </a:endParaRPr>
          </a:p>
          <a:p>
            <a:pPr>
              <a:buFont typeface="Arial" panose="020B0604020202090204" pitchFamily="34" charset="0"/>
              <a:buChar char="•"/>
            </a:pPr>
            <a:r>
              <a:rPr lang="en-GB" altLang="zh-CN" b="1" dirty="0">
                <a:solidFill>
                  <a:schemeClr val="accent1"/>
                </a:solidFill>
              </a:rPr>
              <a:t>amazing</a:t>
            </a:r>
            <a:r>
              <a:rPr lang="en-GB" altLang="zh-CN" dirty="0">
                <a:solidFill>
                  <a:schemeClr val="accent1"/>
                </a:solidFill>
              </a:rPr>
              <a:t> (&gt; 100%): 0</a:t>
            </a:r>
            <a:endParaRPr lang="en-GB" altLang="zh-CN" dirty="0">
              <a:solidFill>
                <a:schemeClr val="accent1"/>
              </a:solidFill>
            </a:endParaRPr>
          </a:p>
          <a:p>
            <a:pPr>
              <a:buNone/>
            </a:pPr>
            <a:r>
              <a:rPr lang="en-GB" altLang="zh-CN" b="1" dirty="0"/>
              <a:t>Total Instances:</a:t>
            </a:r>
            <a:r>
              <a:rPr lang="en-GB" altLang="zh-CN" dirty="0"/>
              <a:t> 1129</a:t>
            </a:r>
            <a:endParaRPr lang="en-GB" altLang="zh-C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1.dataset</a:t>
            </a:r>
            <a:endParaRPr lang="en-US" altLang="zh-CN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在一条数据上跑通</a:t>
            </a:r>
            <a:r>
              <a:rPr lang="en-US" altLang="zh-CN" dirty="0"/>
              <a:t>perf </a:t>
            </a:r>
            <a:r>
              <a:rPr lang="zh-CN" altLang="en-US" dirty="0"/>
              <a:t>测量</a:t>
            </a:r>
            <a:r>
              <a:rPr lang="en-US" altLang="zh-CN" dirty="0"/>
              <a:t> </a:t>
            </a:r>
            <a:r>
              <a:rPr lang="en-US" altLang="zh-CN" dirty="0" err="1"/>
              <a:t>cpu</a:t>
            </a:r>
            <a:r>
              <a:rPr lang="zh-CN" altLang="en-US" dirty="0"/>
              <a:t>指令数</a:t>
            </a:r>
            <a:r>
              <a:rPr lang="en-US" altLang="zh-CN" dirty="0"/>
              <a:t>，</a:t>
            </a:r>
            <a:r>
              <a:rPr lang="zh-CN" altLang="en-US" dirty="0"/>
              <a:t>发现这个其实也有波动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195" y="2403475"/>
            <a:ext cx="3008630" cy="39173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2.Method</a:t>
            </a:r>
            <a:r>
              <a:rPr kumimoji="1" lang="zh-CN" altLang="en-US" dirty="0"/>
              <a:t> </a:t>
            </a:r>
            <a:endParaRPr kumimoji="1" lang="zh-CN" altLang="en-US" dirty="0"/>
          </a:p>
        </p:txBody>
      </p:sp>
      <p:sp>
        <p:nvSpPr>
          <p:cNvPr id="7" name="AutoShape 8" descr="的图片"/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8" name="AutoShape 10" descr="的图片"/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459857" y="143198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  <p:sp>
        <p:nvSpPr>
          <p:cNvPr id="10" name="AutoShape 12" descr="的图片"/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309370"/>
            <a:ext cx="11002645" cy="554863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86995" y="1987550"/>
            <a:ext cx="1209040" cy="30276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STAGE 0: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允许修改测试</a:t>
            </a:r>
            <a:r>
              <a:rPr lang="zh-CN" altLang="en-US" dirty="0"/>
              <a:t>函数数据规模</a:t>
            </a:r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理由是在压力测试下</a:t>
            </a:r>
            <a:r>
              <a:rPr lang="en-US" altLang="zh-CN" dirty="0"/>
              <a:t>，</a:t>
            </a:r>
            <a:r>
              <a:rPr lang="zh-CN" altLang="en-US" dirty="0"/>
              <a:t>更容易识别出性能问题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6553200" y="88201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stage3，4</a:t>
            </a:r>
            <a:r>
              <a:rPr lang="zh-CN" altLang="en-US"/>
              <a:t>还需要优化</a:t>
            </a:r>
            <a:r>
              <a:rPr lang="en-US" altLang="zh-CN"/>
              <a:t>，</a:t>
            </a:r>
            <a:endParaRPr lang="en-US" altLang="zh-CN"/>
          </a:p>
          <a:p>
            <a:r>
              <a:rPr lang="zh-CN" altLang="en-US"/>
              <a:t>可能需要在更多例子上找灵感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659130" y="6451600"/>
            <a:ext cx="352806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这个节点分类可能还需要细化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2.method</a:t>
            </a:r>
            <a:endParaRPr lang="en-US" altLang="zh-CN" dirty="0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-156074" y="1298274"/>
            <a:ext cx="4451355" cy="5057218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6227" y="1837056"/>
            <a:ext cx="6528435" cy="446024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718560" y="315595"/>
            <a:ext cx="7303770" cy="13220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sz="1600" b="1" dirty="0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sphinx-doc__sphinx-8537</a:t>
            </a:r>
            <a:endParaRPr lang="en-US" altLang="zh-CN" sz="1600" b="1" dirty="0">
              <a:solidFill>
                <a:schemeClr val="tx1"/>
              </a:solidFill>
              <a:latin typeface="Menlo Bold" panose="020B0609030804020204" charset="0"/>
              <a:ea typeface="Menlo" panose="020B0609030804020204"/>
              <a:cs typeface="Menlo Bold" panose="020B0609030804020204" charset="0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tests/</a:t>
            </a:r>
            <a:r>
              <a:rPr lang="en-US" altLang="zh-CN" sz="1600" b="1" dirty="0" err="1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test_ext_autodoc.py</a:t>
            </a:r>
            <a:r>
              <a:rPr lang="en-US" altLang="zh-CN" sz="1600" b="1" dirty="0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::</a:t>
            </a:r>
            <a:r>
              <a:rPr lang="en-US" altLang="zh-CN" sz="1600" b="1" dirty="0" err="1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test_autodoc_ignore_module_all</a:t>
            </a:r>
            <a:endParaRPr lang="en-US" altLang="zh-CN" sz="1600" b="1" dirty="0">
              <a:solidFill>
                <a:schemeClr val="tx1"/>
              </a:solidFill>
              <a:latin typeface="Menlo Bold" panose="020B0609030804020204" charset="0"/>
              <a:ea typeface="Menlo" panose="020B0609030804020204"/>
              <a:cs typeface="Menlo Bold" panose="020B0609030804020204" charset="0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0.8822847245545644,</a:t>
            </a:r>
            <a:endParaRPr lang="en-US" altLang="zh-CN" sz="1600" b="1" dirty="0">
              <a:solidFill>
                <a:schemeClr val="tx1"/>
              </a:solidFill>
              <a:latin typeface="Menlo Bold" panose="020B0609030804020204" charset="0"/>
              <a:ea typeface="Menlo" panose="020B0609030804020204"/>
              <a:cs typeface="Menlo Bold" panose="020B0609030804020204" charset="0"/>
            </a:endParaRPr>
          </a:p>
          <a:p>
            <a:pPr>
              <a:lnSpc>
                <a:spcPts val="2400"/>
              </a:lnSpc>
            </a:pPr>
            <a:r>
              <a:rPr lang="en-US" altLang="zh-CN" sz="1600" b="1" dirty="0">
                <a:solidFill>
                  <a:schemeClr val="tx1"/>
                </a:solidFill>
                <a:latin typeface="Menlo Bold" panose="020B0609030804020204" charset="0"/>
                <a:ea typeface="Menlo" panose="020B0609030804020204"/>
                <a:cs typeface="Menlo Bold" panose="020B0609030804020204" charset="0"/>
              </a:rPr>
              <a:t>0.0435421424001106, </a:t>
            </a:r>
            <a:endParaRPr lang="en-US" altLang="zh-CN" sz="1600" b="1" dirty="0">
              <a:solidFill>
                <a:schemeClr val="tx1"/>
              </a:solidFill>
              <a:latin typeface="Menlo Bold" panose="020B0609030804020204" charset="0"/>
              <a:ea typeface="Menlo" panose="020B0609030804020204"/>
              <a:cs typeface="Menlo Bold" panose="020B06090308040202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163492" y="1020570"/>
            <a:ext cx="1580444" cy="4942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None/>
            </a:pPr>
            <a:r>
              <a:rPr lang="zh-CN" altLang="en-US" b="0" dirty="0">
                <a:effectLst/>
                <a:latin typeface="Menlo" panose="020B0609030804020204" pitchFamily="49" charset="0"/>
              </a:rPr>
              <a:t>能不能留存一颗树，树上占比达总时间</a:t>
            </a:r>
            <a:r>
              <a:rPr lang="en-US" altLang="zh-CN" b="0" dirty="0">
                <a:effectLst/>
                <a:latin typeface="Menlo" panose="020B0609030804020204" pitchFamily="49" charset="0"/>
              </a:rPr>
              <a:t>80%</a:t>
            </a:r>
            <a:br>
              <a:rPr lang="en-US" altLang="zh-CN" b="0" dirty="0">
                <a:effectLst/>
                <a:latin typeface="Menlo" panose="020B0609030804020204" pitchFamily="49" charset="0"/>
              </a:rPr>
            </a:br>
            <a:endParaRPr lang="en-US" altLang="zh-CN" b="0" dirty="0">
              <a:effectLst/>
              <a:latin typeface="Menlo" panose="020B06090308040202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zh-CN" altLang="en-US" b="0" dirty="0">
                <a:effectLst/>
                <a:latin typeface="Menlo" panose="020B0609030804020204" pitchFamily="49" charset="0"/>
              </a:rPr>
              <a:t>帕累托原则（</a:t>
            </a:r>
            <a:r>
              <a:rPr lang="en-US" altLang="zh-CN" b="0" dirty="0">
                <a:effectLst/>
                <a:latin typeface="Menlo" panose="020B0609030804020204" pitchFamily="49" charset="0"/>
              </a:rPr>
              <a:t>80/20 </a:t>
            </a:r>
            <a:r>
              <a:rPr lang="zh-CN" altLang="en-US" b="0" dirty="0">
                <a:effectLst/>
                <a:latin typeface="Menlo" panose="020B0609030804020204" pitchFamily="49" charset="0"/>
              </a:rPr>
              <a:t>法则）：</a:t>
            </a:r>
            <a:endParaRPr lang="zh-CN" altLang="en-US" b="0" dirty="0">
              <a:effectLst/>
              <a:latin typeface="Menlo" panose="020B06090308040202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zh-CN" altLang="en-US" b="0" dirty="0">
                <a:effectLst/>
                <a:latin typeface="Menlo" panose="020B0609030804020204" pitchFamily="49" charset="0"/>
              </a:rPr>
              <a:t>性能优化时，优先只关注那“占 </a:t>
            </a:r>
            <a:r>
              <a:rPr lang="en-US" altLang="zh-CN" b="0" dirty="0">
                <a:effectLst/>
                <a:latin typeface="Menlo" panose="020B0609030804020204" pitchFamily="49" charset="0"/>
              </a:rPr>
              <a:t>80% </a:t>
            </a:r>
            <a:r>
              <a:rPr lang="zh-CN" altLang="en-US" b="0" dirty="0">
                <a:effectLst/>
                <a:latin typeface="Menlo" panose="020B0609030804020204" pitchFamily="49" charset="0"/>
              </a:rPr>
              <a:t>耗时的 </a:t>
            </a:r>
            <a:r>
              <a:rPr lang="en-US" altLang="zh-CN" b="0" dirty="0">
                <a:effectLst/>
                <a:latin typeface="Menlo" panose="020B0609030804020204" pitchFamily="49" charset="0"/>
              </a:rPr>
              <a:t>20% </a:t>
            </a:r>
            <a:r>
              <a:rPr lang="zh-CN" altLang="en-US" b="0" dirty="0">
                <a:effectLst/>
                <a:latin typeface="Menlo" panose="020B0609030804020204" pitchFamily="49" charset="0"/>
              </a:rPr>
              <a:t>代码”，剩下的 </a:t>
            </a:r>
            <a:r>
              <a:rPr lang="en-US" altLang="zh-CN" b="0" dirty="0">
                <a:effectLst/>
                <a:latin typeface="Menlo" panose="020B0609030804020204" pitchFamily="49" charset="0"/>
              </a:rPr>
              <a:t>20% </a:t>
            </a:r>
            <a:r>
              <a:rPr lang="zh-CN" altLang="en-US" b="0" dirty="0">
                <a:effectLst/>
                <a:latin typeface="Menlo" panose="020B0609030804020204" pitchFamily="49" charset="0"/>
              </a:rPr>
              <a:t>往往性价比极低。</a:t>
            </a:r>
            <a:endParaRPr lang="zh-CN" altLang="en-US" b="0" dirty="0">
              <a:effectLst/>
              <a:latin typeface="Menlo" panose="020B0609030804020204" pitchFamily="49" charset="0"/>
            </a:endParaRPr>
          </a:p>
          <a:p>
            <a:pPr>
              <a:lnSpc>
                <a:spcPts val="1800"/>
              </a:lnSpc>
              <a:buNone/>
            </a:pPr>
            <a:endParaRPr lang="zh-CN" altLang="en-US" b="0" dirty="0">
              <a:effectLst/>
              <a:latin typeface="Menlo" panose="020B06090308040202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en-GB" altLang="zh-CN" b="0" dirty="0">
                <a:effectLst/>
                <a:latin typeface="Menlo" panose="020B0609030804020204" pitchFamily="49" charset="0"/>
              </a:rPr>
              <a:t>Amdahl </a:t>
            </a:r>
            <a:r>
              <a:rPr lang="zh-CN" altLang="en-US" b="0" dirty="0">
                <a:effectLst/>
                <a:latin typeface="Menlo" panose="020B0609030804020204" pitchFamily="49" charset="0"/>
              </a:rPr>
              <a:t>定律：</a:t>
            </a:r>
            <a:endParaRPr lang="zh-CN" altLang="en-US" b="0" dirty="0">
              <a:effectLst/>
              <a:latin typeface="Menlo" panose="020B0609030804020204" pitchFamily="49" charset="0"/>
            </a:endParaRPr>
          </a:p>
          <a:p>
            <a:pPr>
              <a:lnSpc>
                <a:spcPts val="1800"/>
              </a:lnSpc>
              <a:buNone/>
            </a:pPr>
            <a:r>
              <a:rPr lang="zh-CN" altLang="en-US" b="0" dirty="0">
                <a:effectLst/>
                <a:latin typeface="Menlo" panose="020B0609030804020204" pitchFamily="49" charset="0"/>
              </a:rPr>
              <a:t>整体加速比由最慢、占比最大的部分决定</a:t>
            </a:r>
            <a:endParaRPr lang="zh-CN" altLang="en-US" b="0" dirty="0">
              <a:effectLst/>
              <a:latin typeface="Menlo" panose="020B0609030804020204" pitchFamily="49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375462" y="2345631"/>
            <a:ext cx="1758600" cy="838800"/>
            <a:chOff x="375462" y="2345631"/>
            <a:chExt cx="1758600" cy="83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r:id="rId3" p14:bwMode="auto">
              <p14:nvContentPartPr>
                <p14:cNvPr id="8" name="墨迹 7"/>
                <p14:cNvContentPartPr/>
                <p14:nvPr/>
              </p14:nvContentPartPr>
              <p14:xfrm>
                <a:off x="824742" y="2543991"/>
                <a:ext cx="1309320" cy="640440"/>
              </p14:xfrm>
            </p:contentPart>
          </mc:Choice>
          <mc:Fallback xmlns="">
            <p:pic>
              <p:nvPicPr>
                <p:cNvPr id="8" name="墨迹 7"/>
              </p:nvPicPr>
              <p:blipFill>
                <a:blip r:embed="rId4"/>
              </p:blipFill>
              <p:spPr>
                <a:xfrm>
                  <a:off x="824742" y="2543991"/>
                  <a:ext cx="1309320" cy="640440"/>
                </a:xfrm>
                <a:prstGeom prst="rect"/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r:id="rId5" p14:bwMode="auto">
              <p14:nvContentPartPr>
                <p14:cNvPr id="9" name="墨迹 8"/>
                <p14:cNvContentPartPr/>
                <p14:nvPr/>
              </p14:nvContentPartPr>
              <p14:xfrm>
                <a:off x="375462" y="2345631"/>
                <a:ext cx="410400" cy="287640"/>
              </p14:xfrm>
            </p:contentPart>
          </mc:Choice>
          <mc:Fallback xmlns="">
            <p:pic>
              <p:nvPicPr>
                <p:cNvPr id="9" name="墨迹 8"/>
              </p:nvPicPr>
              <p:blipFill>
                <a:blip r:embed="rId6"/>
              </p:blipFill>
              <p:spPr>
                <a:xfrm>
                  <a:off x="375462" y="2345631"/>
                  <a:ext cx="410400" cy="287640"/>
                </a:xfrm>
                <a:prstGeom prst="rect"/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r:id="rId7" p14:bwMode="auto">
            <p14:nvContentPartPr>
              <p14:cNvPr id="12" name="墨迹 11"/>
              <p14:cNvContentPartPr/>
              <p14:nvPr/>
            </p14:nvContentPartPr>
            <p14:xfrm>
              <a:off x="4029822" y="3621831"/>
              <a:ext cx="824400" cy="482040"/>
            </p14:xfrm>
          </p:contentPart>
        </mc:Choice>
        <mc:Fallback xmlns="">
          <p:pic>
            <p:nvPicPr>
              <p:cNvPr id="12" name="墨迹 11"/>
            </p:nvPicPr>
            <p:blipFill>
              <a:blip r:embed="rId8"/>
            </p:blipFill>
            <p:spPr>
              <a:xfrm>
                <a:off x="4029822" y="3621831"/>
                <a:ext cx="824400" cy="4820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9" p14:bwMode="auto">
            <p14:nvContentPartPr>
              <p14:cNvPr id="13" name="墨迹 12"/>
              <p14:cNvContentPartPr/>
              <p14:nvPr/>
            </p14:nvContentPartPr>
            <p14:xfrm>
              <a:off x="2738502" y="5214471"/>
              <a:ext cx="1272960" cy="694440"/>
            </p14:xfrm>
          </p:contentPart>
        </mc:Choice>
        <mc:Fallback xmlns="">
          <p:pic>
            <p:nvPicPr>
              <p:cNvPr id="13" name="墨迹 12"/>
            </p:nvPicPr>
            <p:blipFill>
              <a:blip r:embed="rId10"/>
            </p:blipFill>
            <p:spPr>
              <a:xfrm>
                <a:off x="2738502" y="5214471"/>
                <a:ext cx="1272960" cy="69444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1" p14:bwMode="auto">
            <p14:nvContentPartPr>
              <p14:cNvPr id="14" name="墨迹 13"/>
              <p14:cNvContentPartPr/>
              <p14:nvPr/>
            </p14:nvContentPartPr>
            <p14:xfrm>
              <a:off x="4008942" y="3503391"/>
              <a:ext cx="282600" cy="194760"/>
            </p14:xfrm>
          </p:contentPart>
        </mc:Choice>
        <mc:Fallback xmlns="">
          <p:pic>
            <p:nvPicPr>
              <p:cNvPr id="14" name="墨迹 13"/>
            </p:nvPicPr>
            <p:blipFill>
              <a:blip r:embed="rId12"/>
            </p:blipFill>
            <p:spPr>
              <a:xfrm>
                <a:off x="4008942" y="3503391"/>
                <a:ext cx="282600" cy="194760"/>
              </a:xfrm>
              <a:prstGeom prst="rect"/>
            </p:spPr>
          </p:pic>
        </mc:Fallback>
      </mc:AlternateContent>
      <p:grpSp>
        <p:nvGrpSpPr>
          <p:cNvPr id="19" name="组合 18"/>
          <p:cNvGrpSpPr/>
          <p:nvPr/>
        </p:nvGrpSpPr>
        <p:grpSpPr>
          <a:xfrm>
            <a:off x="3808422" y="2339511"/>
            <a:ext cx="641160" cy="272160"/>
            <a:chOff x="3808422" y="2339511"/>
            <a:chExt cx="64116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r:id="rId13" p14:bwMode="auto">
              <p14:nvContentPartPr>
                <p14:cNvPr id="15" name="墨迹 14"/>
                <p14:cNvContentPartPr/>
                <p14:nvPr/>
              </p14:nvContentPartPr>
              <p14:xfrm>
                <a:off x="3849102" y="2445351"/>
                <a:ext cx="516600" cy="15840"/>
              </p14:xfrm>
            </p:contentPart>
          </mc:Choice>
          <mc:Fallback xmlns="">
            <p:pic>
              <p:nvPicPr>
                <p:cNvPr id="15" name="墨迹 14"/>
              </p:nvPicPr>
              <p:blipFill>
                <a:blip r:embed="rId14"/>
              </p:blipFill>
              <p:spPr>
                <a:xfrm>
                  <a:off x="3849102" y="2445351"/>
                  <a:ext cx="516600" cy="15840"/>
                </a:xfrm>
                <a:prstGeom prst="rect"/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r:id="rId15" p14:bwMode="auto">
              <p14:nvContentPartPr>
                <p14:cNvPr id="16" name="墨迹 15"/>
                <p14:cNvContentPartPr/>
                <p14:nvPr/>
              </p14:nvContentPartPr>
              <p14:xfrm>
                <a:off x="3808422" y="2349591"/>
                <a:ext cx="219240" cy="262080"/>
              </p14:xfrm>
            </p:contentPart>
          </mc:Choice>
          <mc:Fallback xmlns="">
            <p:pic>
              <p:nvPicPr>
                <p:cNvPr id="16" name="墨迹 15"/>
              </p:nvPicPr>
              <p:blipFill>
                <a:blip r:embed="rId16"/>
              </p:blipFill>
              <p:spPr>
                <a:xfrm>
                  <a:off x="3808422" y="2349591"/>
                  <a:ext cx="219240" cy="262080"/>
                </a:xfrm>
                <a:prstGeom prst="rect"/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r:id="rId17" p14:bwMode="auto">
              <p14:nvContentPartPr>
                <p14:cNvPr id="17" name="墨迹 16"/>
                <p14:cNvContentPartPr/>
                <p14:nvPr/>
              </p14:nvContentPartPr>
              <p14:xfrm>
                <a:off x="4281822" y="2339511"/>
                <a:ext cx="167760" cy="246240"/>
              </p14:xfrm>
            </p:contentPart>
          </mc:Choice>
          <mc:Fallback xmlns="">
            <p:pic>
              <p:nvPicPr>
                <p:cNvPr id="17" name="墨迹 16"/>
              </p:nvPicPr>
              <p:blipFill>
                <a:blip r:embed="rId18"/>
              </p:blipFill>
              <p:spPr>
                <a:xfrm>
                  <a:off x="4281822" y="2339511"/>
                  <a:ext cx="167760" cy="246240"/>
                </a:xfrm>
                <a:prstGeom prst="rect"/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r:id="rId19" p14:bwMode="auto">
            <p14:nvContentPartPr>
              <p14:cNvPr id="20" name="墨迹 19"/>
              <p14:cNvContentPartPr/>
              <p14:nvPr/>
            </p14:nvContentPartPr>
            <p14:xfrm>
              <a:off x="228268" y="42711"/>
              <a:ext cx="360" cy="360"/>
            </p14:xfrm>
          </p:contentPart>
        </mc:Choice>
        <mc:Fallback xmlns="">
          <p:pic>
            <p:nvPicPr>
              <p:cNvPr id="20" name="墨迹 19"/>
            </p:nvPicPr>
            <p:blipFill>
              <a:blip r:embed="rId20"/>
            </p:blipFill>
            <p:spPr>
              <a:xfrm>
                <a:off x="228268" y="42711"/>
                <a:ext cx="360" cy="36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21" p14:bwMode="auto">
            <p14:nvContentPartPr>
              <p14:cNvPr id="21" name="墨迹 20"/>
              <p14:cNvContentPartPr/>
              <p14:nvPr/>
            </p14:nvContentPartPr>
            <p14:xfrm>
              <a:off x="-199412" y="-111729"/>
              <a:ext cx="360" cy="360"/>
            </p14:xfrm>
          </p:contentPart>
        </mc:Choice>
        <mc:Fallback xmlns="">
          <p:pic>
            <p:nvPicPr>
              <p:cNvPr id="21" name="墨迹 20"/>
            </p:nvPicPr>
            <p:blipFill>
              <a:blip r:embed="rId20"/>
            </p:blipFill>
            <p:spPr>
              <a:xfrm>
                <a:off x="-199412" y="-111729"/>
                <a:ext cx="360" cy="360"/>
              </a:xfrm>
              <a:prstGeom prst="rect"/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内容占位符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063750" y="983615"/>
            <a:ext cx="9810115" cy="53562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32815" y="421005"/>
            <a:ext cx="78263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利用</a:t>
            </a:r>
            <a:r>
              <a:rPr lang="en-US" altLang="zh-CN"/>
              <a:t>cProfiler</a:t>
            </a:r>
            <a:r>
              <a:rPr lang="zh-CN" altLang="en-US"/>
              <a:t>定位到函数级</a:t>
            </a:r>
            <a:r>
              <a:rPr lang="en-US" altLang="zh-CN"/>
              <a:t>, </a:t>
            </a:r>
            <a:r>
              <a:rPr lang="zh-CN" altLang="en-US"/>
              <a:t>然后进行插桩再对该函数运行</a:t>
            </a:r>
            <a:r>
              <a:rPr lang="en-US" altLang="zh-CN"/>
              <a:t>line_profiler</a:t>
            </a:r>
            <a:endParaRPr lang="en-US" altLang="zh-C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6" name="墨迹 5"/>
              <p14:cNvContentPartPr/>
              <p14:nvPr/>
            </p14:nvContentPartPr>
            <p14:xfrm>
              <a:off x="1728470" y="1558925"/>
              <a:ext cx="586105" cy="71755"/>
            </p14:xfrm>
          </p:contentPart>
        </mc:Choice>
        <mc:Fallback xmlns="">
          <p:pic>
            <p:nvPicPr>
              <p:cNvPr id="6" name="墨迹 5"/>
            </p:nvPicPr>
            <p:blipFill>
              <a:blip r:embed="rId3"/>
            </p:blipFill>
            <p:spPr>
              <a:xfrm>
                <a:off x="1728470" y="1558925"/>
                <a:ext cx="586105" cy="7175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7" name="墨迹 6"/>
              <p14:cNvContentPartPr/>
              <p14:nvPr/>
            </p14:nvContentPartPr>
            <p14:xfrm>
              <a:off x="5776595" y="1546860"/>
              <a:ext cx="835025" cy="107950"/>
            </p14:xfrm>
          </p:contentPart>
        </mc:Choice>
        <mc:Fallback xmlns="">
          <p:pic>
            <p:nvPicPr>
              <p:cNvPr id="7" name="墨迹 6"/>
            </p:nvPicPr>
            <p:blipFill>
              <a:blip r:embed="rId5"/>
            </p:blipFill>
            <p:spPr>
              <a:xfrm>
                <a:off x="5776595" y="1546860"/>
                <a:ext cx="835025" cy="107950"/>
              </a:xfrm>
              <a:prstGeom prst="rect"/>
            </p:spPr>
          </p:pic>
        </mc:Fallback>
      </mc:AlternateContent>
      <p:sp>
        <p:nvSpPr>
          <p:cNvPr id="10" name="文本框 9"/>
          <p:cNvSpPr txBox="1"/>
          <p:nvPr/>
        </p:nvSpPr>
        <p:spPr>
          <a:xfrm>
            <a:off x="140970" y="6339840"/>
            <a:ext cx="50120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第一步进行了</a:t>
            </a:r>
            <a:r>
              <a:rPr lang="en-US" altLang="zh-CN"/>
              <a:t>  </a:t>
            </a:r>
            <a:r>
              <a:rPr lang="zh-CN" altLang="en-US"/>
              <a:t>递归折叠</a:t>
            </a:r>
            <a:r>
              <a:rPr lang="en-US" altLang="zh-CN"/>
              <a:t>，</a:t>
            </a:r>
            <a:r>
              <a:rPr lang="zh-CN" altLang="en-US"/>
              <a:t>所以变图为</a:t>
            </a:r>
            <a:r>
              <a:rPr lang="zh-CN" altLang="en-US"/>
              <a:t>树</a:t>
            </a:r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95910" y="1790065"/>
            <a:ext cx="1587500" cy="3547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帕累托原则（</a:t>
            </a:r>
            <a:r>
              <a:rPr lang="en-US" altLang="zh-CN"/>
              <a:t>80/20 </a:t>
            </a:r>
            <a:r>
              <a:rPr lang="zh-CN" altLang="en-US"/>
              <a:t>法则）：</a:t>
            </a:r>
            <a:endParaRPr lang="zh-CN" altLang="en-US"/>
          </a:p>
          <a:p>
            <a:r>
              <a:rPr lang="zh-CN" altLang="en-US"/>
              <a:t>性能优化时，优先只关注那</a:t>
            </a:r>
            <a:r>
              <a:rPr lang="en-US" altLang="zh-CN"/>
              <a:t>“</a:t>
            </a:r>
            <a:r>
              <a:rPr lang="zh-CN" altLang="en-US"/>
              <a:t>占</a:t>
            </a:r>
            <a:r>
              <a:rPr lang="en-US" altLang="zh-CN"/>
              <a:t> 80% </a:t>
            </a:r>
            <a:r>
              <a:rPr lang="zh-CN" altLang="en-US"/>
              <a:t>耗时的</a:t>
            </a:r>
            <a:r>
              <a:rPr lang="en-US" altLang="zh-CN"/>
              <a:t> 20% </a:t>
            </a:r>
            <a:r>
              <a:rPr lang="zh-CN" altLang="en-US"/>
              <a:t>代码</a:t>
            </a:r>
            <a:r>
              <a:rPr lang="en-US" altLang="zh-CN"/>
              <a:t>”</a:t>
            </a:r>
            <a:r>
              <a:rPr lang="zh-CN" altLang="en-US"/>
              <a:t>，剩下的</a:t>
            </a:r>
            <a:r>
              <a:rPr lang="en-US" altLang="zh-CN"/>
              <a:t> 20% </a:t>
            </a:r>
            <a:r>
              <a:rPr lang="zh-CN" altLang="en-US"/>
              <a:t>往往性价比极低。</a:t>
            </a:r>
            <a:endParaRPr lang="zh-CN" altLang="en-US"/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Amdahl </a:t>
            </a:r>
            <a:r>
              <a:rPr lang="zh-CN" altLang="en-US"/>
              <a:t>定律：</a:t>
            </a:r>
            <a:endParaRPr lang="zh-CN" altLang="en-US"/>
          </a:p>
          <a:p>
            <a:r>
              <a:rPr lang="zh-CN" altLang="en-US"/>
              <a:t>整体加速比由最慢、占比最大的部分决定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932815" y="421005"/>
            <a:ext cx="7263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定位到函数级</a:t>
            </a:r>
            <a:r>
              <a:rPr lang="en-US" altLang="zh-CN"/>
              <a:t> </a:t>
            </a:r>
            <a:r>
              <a:rPr lang="zh-CN" altLang="en-US"/>
              <a:t>右边图片两个</a:t>
            </a:r>
            <a:r>
              <a:rPr lang="en-US" altLang="zh-CN"/>
              <a:t> </a:t>
            </a:r>
            <a:r>
              <a:rPr lang="zh-CN" altLang="en-US"/>
              <a:t>局部指标的</a:t>
            </a:r>
            <a:r>
              <a:rPr lang="zh-CN" altLang="en-US"/>
              <a:t>来源</a:t>
            </a:r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6795" y="973455"/>
            <a:ext cx="9753600" cy="53244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0203815" y="3117850"/>
            <a:ext cx="1666875" cy="2115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9295765" y="2224405"/>
            <a:ext cx="3096895" cy="1276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计算</a:t>
            </a:r>
            <a:r>
              <a:rPr lang="zh-CN" altLang="en-US"/>
              <a:t>瓶颈</a:t>
            </a:r>
            <a:endParaRPr lang="zh-CN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2" p14:bwMode="auto">
            <p14:nvContentPartPr>
              <p14:cNvPr id="10" name="墨迹 9"/>
              <p14:cNvContentPartPr/>
              <p14:nvPr/>
            </p14:nvContentPartPr>
            <p14:xfrm>
              <a:off x="4759960" y="2809240"/>
              <a:ext cx="982345" cy="518160"/>
            </p14:xfrm>
          </p:contentPart>
        </mc:Choice>
        <mc:Fallback xmlns="">
          <p:pic>
            <p:nvPicPr>
              <p:cNvPr id="10" name="墨迹 9"/>
            </p:nvPicPr>
            <p:blipFill>
              <a:blip r:embed="rId3"/>
            </p:blipFill>
            <p:spPr>
              <a:xfrm>
                <a:off x="4759960" y="2809240"/>
                <a:ext cx="982345" cy="51816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" p14:bwMode="auto">
            <p14:nvContentPartPr>
              <p14:cNvPr id="11" name="墨迹 10"/>
              <p14:cNvContentPartPr/>
              <p14:nvPr/>
            </p14:nvContentPartPr>
            <p14:xfrm>
              <a:off x="4759960" y="4112260"/>
              <a:ext cx="1021080" cy="518160"/>
            </p14:xfrm>
          </p:contentPart>
        </mc:Choice>
        <mc:Fallback xmlns="">
          <p:pic>
            <p:nvPicPr>
              <p:cNvPr id="11" name="墨迹 10"/>
            </p:nvPicPr>
            <p:blipFill>
              <a:blip r:embed="rId5"/>
            </p:blipFill>
            <p:spPr>
              <a:xfrm>
                <a:off x="4759960" y="4112260"/>
                <a:ext cx="1021080" cy="518160"/>
              </a:xfrm>
              <a:prstGeom prst="rect"/>
            </p:spPr>
          </p:pic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3.baseline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kumimoji="1" lang="en-US" altLang="zh-CN" dirty="0">
                <a:sym typeface="+mn-ea"/>
              </a:rPr>
              <a:t> baseline</a:t>
            </a:r>
            <a:r>
              <a:rPr kumimoji="1" lang="zh-CN" altLang="en-US" dirty="0">
                <a:sym typeface="+mn-ea"/>
              </a:rPr>
              <a:t>， 考虑任老师的</a:t>
            </a:r>
            <a:r>
              <a:rPr kumimoji="1" lang="en-US" altLang="zh-CN" dirty="0">
                <a:sym typeface="+mn-ea"/>
              </a:rPr>
              <a:t>work</a:t>
            </a:r>
            <a:r>
              <a:rPr kumimoji="1" lang="zh-CN" altLang="en-US" dirty="0">
                <a:sym typeface="+mn-ea"/>
              </a:rPr>
              <a:t>、以及其引用的一连串工作</a:t>
            </a:r>
            <a:endParaRPr kumimoji="1" lang="en-US" altLang="zh-CN" dirty="0"/>
          </a:p>
          <a:p>
            <a:endParaRPr lang="zh-CN" altLang="en-US"/>
          </a:p>
          <a:p>
            <a:r>
              <a:rPr lang="en-US" altLang="zh-CN"/>
              <a:t>1.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4.</a:t>
            </a:r>
            <a:r>
              <a:rPr kumimoji="1" lang="zh-CN" altLang="en-US" dirty="0"/>
              <a:t> </a:t>
            </a:r>
            <a:r>
              <a:rPr kumimoji="1" lang="en-US" altLang="zh-CN" dirty="0"/>
              <a:t>RQ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0.</a:t>
            </a:r>
            <a:r>
              <a:rPr kumimoji="1" lang="zh-CN" altLang="en-US" dirty="0"/>
              <a:t> 函数级定位</a:t>
            </a:r>
            <a:endParaRPr kumimoji="1" lang="en-US" altLang="zh-CN" dirty="0"/>
          </a:p>
          <a:p>
            <a:r>
              <a:rPr kumimoji="1" lang="en-US" altLang="zh-CN" dirty="0"/>
              <a:t>1.</a:t>
            </a:r>
            <a:r>
              <a:rPr kumimoji="1" lang="zh-CN" altLang="en-US" dirty="0"/>
              <a:t> </a:t>
            </a:r>
            <a:r>
              <a:rPr kumimoji="1" lang="en-US" altLang="zh-CN" dirty="0"/>
              <a:t>baseline</a:t>
            </a:r>
            <a:r>
              <a:rPr kumimoji="1" lang="zh-CN" altLang="en-US" dirty="0"/>
              <a:t>比</a:t>
            </a:r>
            <a:endParaRPr kumimoji="1" lang="en-US" altLang="zh-CN" dirty="0"/>
          </a:p>
          <a:p>
            <a:r>
              <a:rPr kumimoji="1" lang="en-US" altLang="zh-CN" dirty="0"/>
              <a:t>2.</a:t>
            </a:r>
            <a:r>
              <a:rPr kumimoji="1" lang="zh-CN" altLang="en-US" dirty="0"/>
              <a:t> 消融</a:t>
            </a:r>
            <a:endParaRPr kumimoji="1" lang="en-US" altLang="zh-CN" dirty="0"/>
          </a:p>
          <a:p>
            <a:r>
              <a:rPr kumimoji="1" lang="en-US" altLang="zh-CN" dirty="0"/>
              <a:t>3.</a:t>
            </a:r>
            <a:r>
              <a:rPr kumimoji="1" lang="zh-CN" altLang="en-US" dirty="0"/>
              <a:t> 多</a:t>
            </a:r>
            <a:r>
              <a:rPr kumimoji="1" lang="en-US" altLang="zh-CN" dirty="0" err="1"/>
              <a:t>llm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4.case</a:t>
            </a:r>
            <a:r>
              <a:rPr kumimoji="1" lang="zh-CN" altLang="en-US" dirty="0"/>
              <a:t> </a:t>
            </a:r>
            <a:r>
              <a:rPr kumimoji="1" lang="en-US" altLang="zh-CN" dirty="0"/>
              <a:t>study</a:t>
            </a:r>
            <a:endParaRPr kumimoji="1" lang="en-US" altLang="zh-CN" dirty="0"/>
          </a:p>
          <a:p>
            <a:r>
              <a:rPr kumimoji="1" lang="en-US" altLang="zh-CN" dirty="0"/>
              <a:t>5. generation</a:t>
            </a:r>
            <a:endParaRPr kumimoji="1" lang="en-US" altLang="zh-CN" dirty="0"/>
          </a:p>
          <a:p>
            <a:endParaRPr kumimoji="1" lang="en-US" altLang="zh-CN" dirty="0"/>
          </a:p>
        </p:txBody>
      </p:sp>
      <p:sp>
        <p:nvSpPr>
          <p:cNvPr id="5" name="文本框 4"/>
          <p:cNvSpPr txBox="1"/>
          <p:nvPr/>
        </p:nvSpPr>
        <p:spPr>
          <a:xfrm>
            <a:off x="2987675" y="5347970"/>
            <a:ext cx="6216015" cy="829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run tests</a:t>
            </a:r>
            <a:r>
              <a:rPr lang="zh-CN" altLang="en-US"/>
              <a:t>可能要运行整个</a:t>
            </a:r>
            <a:r>
              <a:rPr lang="en-US" altLang="zh-CN"/>
              <a:t>test</a:t>
            </a:r>
            <a:r>
              <a:rPr lang="zh-CN" altLang="en-US"/>
              <a:t>文件的</a:t>
            </a:r>
            <a:r>
              <a:rPr lang="en-US" altLang="zh-CN"/>
              <a:t>，</a:t>
            </a:r>
            <a:r>
              <a:rPr lang="zh-CN" altLang="en-US"/>
              <a:t>因为可能会存在</a:t>
            </a:r>
            <a:r>
              <a:rPr lang="en-US" altLang="zh-CN"/>
              <a:t>，</a:t>
            </a:r>
            <a:r>
              <a:rPr lang="zh-CN" altLang="en-US"/>
              <a:t>改了一个</a:t>
            </a:r>
            <a:r>
              <a:rPr lang="en-US" altLang="zh-CN"/>
              <a:t>func</a:t>
            </a:r>
            <a:r>
              <a:rPr lang="zh-CN" altLang="en-US"/>
              <a:t>导致其他</a:t>
            </a:r>
            <a:r>
              <a:rPr lang="en-US" altLang="zh-CN"/>
              <a:t>test</a:t>
            </a:r>
            <a:r>
              <a:rPr lang="zh-CN" altLang="en-US"/>
              <a:t>无法运行的</a:t>
            </a:r>
            <a:r>
              <a:rPr lang="zh-CN" altLang="en-US"/>
              <a:t>情况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3.</a:t>
            </a:r>
            <a:r>
              <a:rPr kumimoji="1" lang="zh-CN" altLang="en-US" dirty="0"/>
              <a:t>其他问题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/>
              <a:t>1. baseline</a:t>
            </a:r>
            <a:r>
              <a:rPr kumimoji="1" lang="zh-CN" altLang="en-US" dirty="0"/>
              <a:t>， 考虑任老师的</a:t>
            </a:r>
            <a:r>
              <a:rPr kumimoji="1" lang="en-US" altLang="zh-CN" dirty="0"/>
              <a:t>work</a:t>
            </a:r>
            <a:r>
              <a:rPr kumimoji="1" lang="zh-CN" altLang="en-US" dirty="0"/>
              <a:t>、以及其引用的一连串工作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2. </a:t>
            </a:r>
            <a:r>
              <a:rPr kumimoji="1" lang="zh-CN" altLang="en-US" strike="sngStrike" dirty="0"/>
              <a:t>这个优化器的</a:t>
            </a:r>
            <a:r>
              <a:rPr kumimoji="1" lang="en-US" altLang="zh-CN" strike="sngStrike" dirty="0"/>
              <a:t> </a:t>
            </a:r>
            <a:r>
              <a:rPr kumimoji="1" lang="zh-CN" altLang="en-US" strike="sngStrike" dirty="0"/>
              <a:t>数据集</a:t>
            </a:r>
            <a:r>
              <a:rPr kumimoji="1" lang="en-US" altLang="zh-CN" strike="sngStrike" dirty="0"/>
              <a:t>，</a:t>
            </a:r>
            <a:r>
              <a:rPr kumimoji="1" lang="zh-CN" altLang="en-US" strike="sngStrike" dirty="0"/>
              <a:t>是否需要考虑均衡</a:t>
            </a:r>
            <a:r>
              <a:rPr kumimoji="1" lang="en-US" altLang="zh-CN" strike="sngStrike" dirty="0"/>
              <a:t>，</a:t>
            </a:r>
            <a:r>
              <a:rPr kumimoji="1" lang="zh-CN" altLang="en-US" strike="sngStrike" dirty="0"/>
              <a:t>就是一半数据需要优化</a:t>
            </a:r>
            <a:r>
              <a:rPr kumimoji="1" lang="en-US" altLang="zh-CN" strike="sngStrike" dirty="0"/>
              <a:t>、</a:t>
            </a:r>
            <a:r>
              <a:rPr kumimoji="1" lang="zh-CN" altLang="en-US" strike="sngStrike" dirty="0"/>
              <a:t>一半又不需要优化</a:t>
            </a:r>
            <a:endParaRPr kumimoji="1" lang="zh-CN" altLang="en-US" strike="sngStrike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1566</Words>
  <Application>WPS 演示</Application>
  <PresentationFormat>宽屏</PresentationFormat>
  <Paragraphs>108</Paragraphs>
  <Slides>13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31" baseType="lpstr">
      <vt:lpstr>Arial</vt:lpstr>
      <vt:lpstr>宋体</vt:lpstr>
      <vt:lpstr>Wingdings</vt:lpstr>
      <vt:lpstr>Menlo Bold</vt:lpstr>
      <vt:lpstr>Menlo</vt:lpstr>
      <vt:lpstr>Menlo</vt:lpstr>
      <vt:lpstr>等线 Light</vt:lpstr>
      <vt:lpstr>汉仪中等线KW</vt:lpstr>
      <vt:lpstr>等线</vt:lpstr>
      <vt:lpstr>微软雅黑</vt:lpstr>
      <vt:lpstr>汉仪旗黑</vt:lpstr>
      <vt:lpstr>宋体</vt:lpstr>
      <vt:lpstr>Arial Unicode MS</vt:lpstr>
      <vt:lpstr>Calibri</vt:lpstr>
      <vt:lpstr>Helvetica Neue</vt:lpstr>
      <vt:lpstr>汉仪书宋二KW</vt:lpstr>
      <vt:lpstr>Apple Color Emoji</vt:lpstr>
      <vt:lpstr>Office 主题​​</vt:lpstr>
      <vt:lpstr>llm as code optimizer</vt:lpstr>
      <vt:lpstr>1.dataset</vt:lpstr>
      <vt:lpstr>1.dataset</vt:lpstr>
      <vt:lpstr>2.Method </vt:lpstr>
      <vt:lpstr>2.method</vt:lpstr>
      <vt:lpstr>PowerPoint 演示文稿</vt:lpstr>
      <vt:lpstr>PowerPoint 演示文稿</vt:lpstr>
      <vt:lpstr>PowerPoint 演示文稿</vt:lpstr>
      <vt:lpstr>3.baseline</vt:lpstr>
      <vt:lpstr>4. RQ</vt:lpstr>
      <vt:lpstr>PowerPoint 演示文稿</vt:lpstr>
      <vt:lpstr>PowerPoint 演示文稿</vt:lpstr>
      <vt:lpstr>3.其他问题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coffeecat</dc:creator>
  <cp:lastModifiedBy>ベ断桥烟雨ミ</cp:lastModifiedBy>
  <cp:revision>65</cp:revision>
  <dcterms:created xsi:type="dcterms:W3CDTF">2026-01-31T05:48:25Z</dcterms:created>
  <dcterms:modified xsi:type="dcterms:W3CDTF">2026-01-31T05:48:25Z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E3485449C3489C51573E6A6973F334A3_42</vt:lpwstr>
  </property>
  <property fmtid="{D5CDD505-2E9C-101B-9397-08002B2CF9AE}" pid="3" name="KSOProductBuildVer">
    <vt:lpwstr>2052-12.1.23540.23540</vt:lpwstr>
  </property>
</Properties>
</file>